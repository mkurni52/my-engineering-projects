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Robo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oboto-regular.fntdata"/><Relationship Id="rId25" Type="http://schemas.openxmlformats.org/officeDocument/2006/relationships/slide" Target="slides/slide19.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oboto-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cbi.nlm.nih.gov/pmc/articles/PMC9913134/"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tswmed.org/medblog/obesity-medication-weight-program/"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cbi.nlm.nih.gov/pmc/articles/PMC7790836/" TargetMode="External"/><Relationship Id="rId3" Type="http://schemas.openxmlformats.org/officeDocument/2006/relationships/hyperlink" Target="https://www.sciencedirect.com/science/article/pii/S0753332224001264"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direct.com/science/article/pii/S0753332224001264"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tswmed.org/medblog/obesity-medication-weight-program/"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cf783e3fc8_2_5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g2cf783e3fc8_2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cf783e3fc8_2_5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2cf783e3fc8_2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cf783e3fc8_2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2cf783e3fc8_2_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expression of GPCRs in subcutaneous adipose tissues from healthy lean, healthy obese and unhealthy obese human subjects as well as in adipocytes from mice fed a normal or high-fat diet was assessed by re-analyzing RNA-sequencing data [24,25]. Our comprehensive analysis revealed several GPCRs with no known role in adipose biology that were highly expressed in adipose tissue and demonstrated significant changes in expression during adipogenesis and/or in diseased human subjects.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GPRC5B has previously been shown to activate obesity-induced inflammatory signaling in adipocytes and Gprc5b-/- mice are protected from diet-induced obesity and insulin resistance </a:t>
            </a:r>
            <a:endParaRPr/>
          </a:p>
          <a:p>
            <a:pPr indent="0" lvl="0" marL="0" rtl="0" algn="l">
              <a:spcBef>
                <a:spcPts val="0"/>
              </a:spcBef>
              <a:spcAft>
                <a:spcPts val="0"/>
              </a:spcAft>
              <a:buNone/>
            </a:pPr>
            <a:r>
              <a:rPr lang="en" u="sng">
                <a:solidFill>
                  <a:schemeClr val="hlink"/>
                </a:solidFill>
                <a:hlinkClick r:id="rId2"/>
              </a:rPr>
              <a:t>https://www.ncbi.nlm.nih.gov/pmc/articles/PMC9913134</a:t>
            </a:r>
            <a:endParaRPr/>
          </a:p>
          <a:p>
            <a:pPr indent="0" lvl="0" marL="0" rtl="0" algn="l">
              <a:spcBef>
                <a:spcPts val="0"/>
              </a:spcBef>
              <a:spcAft>
                <a:spcPts val="0"/>
              </a:spcAft>
              <a:buNone/>
            </a:pPr>
            <a:r>
              <a:t/>
            </a:r>
            <a:endParaRPr u="sng">
              <a:solidFill>
                <a:schemeClr val="hlink"/>
              </a:solidFill>
            </a:endParaRPr>
          </a:p>
          <a:p>
            <a:pPr indent="0" lvl="0" marL="0" rtl="0" algn="l">
              <a:spcBef>
                <a:spcPts val="0"/>
              </a:spcBef>
              <a:spcAft>
                <a:spcPts val="0"/>
              </a:spcAft>
              <a:buNone/>
            </a:pPr>
            <a:r>
              <a:rPr lang="en"/>
              <a:t>ozempic is bla </a:t>
            </a:r>
            <a:endParaRPr/>
          </a:p>
        </p:txBody>
      </p:sp>
      <p:sp>
        <p:nvSpPr>
          <p:cNvPr id="115" name="Google Shape;115;g2cf783e3fc8_2_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ff39aee65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g1ff39aee65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sz="1050">
                <a:solidFill>
                  <a:srgbClr val="444444"/>
                </a:solidFill>
                <a:highlight>
                  <a:srgbClr val="FFFFFF"/>
                </a:highlight>
              </a:rPr>
              <a:t>GLP-1 receptor agonist medications make the stomach empty slower and signal the brain that you are full, reducing cravings. They can also help improve fatty liver.</a:t>
            </a:r>
            <a:endParaRPr sz="1050">
              <a:solidFill>
                <a:srgbClr val="444444"/>
              </a:solidFill>
              <a:highlight>
                <a:srgbClr val="FFFFFF"/>
              </a:highlight>
            </a:endParaRPr>
          </a:p>
          <a:p>
            <a:pPr indent="0" lvl="0" marL="0" rtl="0" algn="l">
              <a:spcBef>
                <a:spcPts val="0"/>
              </a:spcBef>
              <a:spcAft>
                <a:spcPts val="0"/>
              </a:spcAft>
              <a:buNone/>
            </a:pPr>
            <a:r>
              <a:t/>
            </a:r>
            <a:endParaRPr sz="1050">
              <a:solidFill>
                <a:srgbClr val="444444"/>
              </a:solidFill>
              <a:highlight>
                <a:srgbClr val="FFFFFF"/>
              </a:highlight>
            </a:endParaRPr>
          </a:p>
          <a:p>
            <a:pPr indent="0" lvl="0" marL="0" rtl="0" algn="l">
              <a:spcBef>
                <a:spcPts val="0"/>
              </a:spcBef>
              <a:spcAft>
                <a:spcPts val="0"/>
              </a:spcAft>
              <a:buNone/>
            </a:pPr>
            <a:r>
              <a:rPr lang="en" sz="1050" u="sng">
                <a:solidFill>
                  <a:schemeClr val="hlink"/>
                </a:solidFill>
                <a:highlight>
                  <a:srgbClr val="FFFFFF"/>
                </a:highlight>
                <a:hlinkClick r:id="rId2"/>
              </a:rPr>
              <a:t>https://utswmed.org/medblog/obesity-medication-weight-program/</a:t>
            </a:r>
            <a:endParaRPr sz="1050">
              <a:solidFill>
                <a:srgbClr val="444444"/>
              </a:solidFill>
              <a:highlight>
                <a:srgbClr val="FFFFFF"/>
              </a:highlight>
            </a:endParaRPr>
          </a:p>
          <a:p>
            <a:pPr indent="0" lvl="0" marL="0" rtl="0" algn="l">
              <a:spcBef>
                <a:spcPts val="0"/>
              </a:spcBef>
              <a:spcAft>
                <a:spcPts val="0"/>
              </a:spcAft>
              <a:buNone/>
            </a:pPr>
            <a:r>
              <a:t/>
            </a:r>
            <a:endParaRPr sz="1050">
              <a:solidFill>
                <a:srgbClr val="444444"/>
              </a:solidFill>
              <a:highlight>
                <a:srgbClr val="FFFFFF"/>
              </a:highlight>
            </a:endParaRPr>
          </a:p>
          <a:p>
            <a:pPr indent="-317500" lvl="0" marL="457200" rtl="0" algn="l">
              <a:spcBef>
                <a:spcPts val="0"/>
              </a:spcBef>
              <a:spcAft>
                <a:spcPts val="0"/>
              </a:spcAft>
              <a:buClr>
                <a:srgbClr val="0D0D0D"/>
              </a:buClr>
              <a:buSzPts val="1400"/>
              <a:buChar char="●"/>
            </a:pPr>
            <a:r>
              <a:rPr lang="en" sz="1400">
                <a:solidFill>
                  <a:srgbClr val="0D0D0D"/>
                </a:solidFill>
                <a:highlight>
                  <a:schemeClr val="lt1"/>
                </a:highlight>
              </a:rPr>
              <a:t>Activity of GLP-1 is glucose-dependent mediated through its receptor at the membrane of pancreatic </a:t>
            </a:r>
            <a:r>
              <a:rPr i="1" lang="en" sz="1400">
                <a:solidFill>
                  <a:srgbClr val="0D0D0D"/>
                </a:solidFill>
                <a:highlight>
                  <a:schemeClr val="lt1"/>
                </a:highlight>
              </a:rPr>
              <a:t>β</a:t>
            </a:r>
            <a:r>
              <a:rPr lang="en" sz="1400">
                <a:solidFill>
                  <a:srgbClr val="0D0D0D"/>
                </a:solidFill>
                <a:highlight>
                  <a:schemeClr val="lt1"/>
                </a:highlight>
              </a:rPr>
              <a:t> cells </a:t>
            </a:r>
            <a:endParaRPr sz="1400">
              <a:solidFill>
                <a:srgbClr val="0D0D0D"/>
              </a:solidFill>
              <a:highlight>
                <a:schemeClr val="lt1"/>
              </a:highlight>
            </a:endParaRPr>
          </a:p>
          <a:p>
            <a:pPr indent="0" lvl="0" marL="457200" rtl="0" algn="l">
              <a:spcBef>
                <a:spcPts val="0"/>
              </a:spcBef>
              <a:spcAft>
                <a:spcPts val="0"/>
              </a:spcAft>
              <a:buClr>
                <a:schemeClr val="dk1"/>
              </a:buClr>
              <a:buSzPts val="1100"/>
              <a:buFont typeface="Arial"/>
              <a:buNone/>
            </a:pPr>
            <a:r>
              <a:t/>
            </a:r>
            <a:endParaRPr sz="1400">
              <a:solidFill>
                <a:srgbClr val="0D0D0D"/>
              </a:solidFill>
              <a:highlight>
                <a:schemeClr val="lt1"/>
              </a:highlight>
            </a:endParaRPr>
          </a:p>
          <a:p>
            <a:pPr indent="-317500" lvl="0" marL="457200" rtl="0" algn="l">
              <a:spcBef>
                <a:spcPts val="0"/>
              </a:spcBef>
              <a:spcAft>
                <a:spcPts val="0"/>
              </a:spcAft>
              <a:buClr>
                <a:srgbClr val="0D0D0D"/>
              </a:buClr>
              <a:buSzPts val="1400"/>
              <a:buChar char="●"/>
            </a:pPr>
            <a:r>
              <a:rPr lang="en" sz="1400">
                <a:solidFill>
                  <a:srgbClr val="0D0D0D"/>
                </a:solidFill>
                <a:highlight>
                  <a:schemeClr val="lt1"/>
                </a:highlight>
              </a:rPr>
              <a:t>This hormone exerts its effect by binding to and activating a B class GPCR, specifically, GLP-1R</a:t>
            </a:r>
            <a:endParaRPr sz="1400">
              <a:solidFill>
                <a:srgbClr val="0D0D0D"/>
              </a:solidFill>
              <a:highlight>
                <a:schemeClr val="lt1"/>
              </a:highlight>
            </a:endParaRPr>
          </a:p>
          <a:p>
            <a:pPr indent="0" lvl="0" marL="457200" rtl="0" algn="l">
              <a:spcBef>
                <a:spcPts val="0"/>
              </a:spcBef>
              <a:spcAft>
                <a:spcPts val="0"/>
              </a:spcAft>
              <a:buClr>
                <a:schemeClr val="dk1"/>
              </a:buClr>
              <a:buSzPts val="1100"/>
              <a:buFont typeface="Arial"/>
              <a:buNone/>
            </a:pPr>
            <a:r>
              <a:t/>
            </a:r>
            <a:endParaRPr sz="1400">
              <a:solidFill>
                <a:srgbClr val="0D0D0D"/>
              </a:solidFill>
              <a:highlight>
                <a:schemeClr val="lt1"/>
              </a:highlight>
            </a:endParaRPr>
          </a:p>
          <a:p>
            <a:pPr indent="-317500" lvl="0" marL="457200" rtl="0" algn="l">
              <a:spcBef>
                <a:spcPts val="0"/>
              </a:spcBef>
              <a:spcAft>
                <a:spcPts val="0"/>
              </a:spcAft>
              <a:buClr>
                <a:srgbClr val="0D0D0D"/>
              </a:buClr>
              <a:buSzPts val="1400"/>
              <a:buChar char="●"/>
            </a:pPr>
            <a:r>
              <a:rPr lang="en" sz="1400">
                <a:solidFill>
                  <a:srgbClr val="0D0D0D"/>
                </a:solidFill>
                <a:highlight>
                  <a:schemeClr val="lt1"/>
                </a:highlight>
              </a:rPr>
              <a:t>GLP-1 receptor agonists mimic a protein that is made naturally in our body when we eat. When used for weight management, these medications curb appetites and slows the rate at which food exits the stomach.</a:t>
            </a:r>
            <a:endParaRPr sz="1400">
              <a:solidFill>
                <a:srgbClr val="0D0D0D"/>
              </a:solidFill>
              <a:highlight>
                <a:schemeClr val="lt1"/>
              </a:highlight>
            </a:endParaRPr>
          </a:p>
          <a:p>
            <a:pPr indent="0" lvl="0" marL="457200" rtl="0" algn="l">
              <a:spcBef>
                <a:spcPts val="0"/>
              </a:spcBef>
              <a:spcAft>
                <a:spcPts val="0"/>
              </a:spcAft>
              <a:buClr>
                <a:schemeClr val="dk1"/>
              </a:buClr>
              <a:buSzPts val="1100"/>
              <a:buFont typeface="Arial"/>
              <a:buNone/>
            </a:pPr>
            <a:r>
              <a:t/>
            </a:r>
            <a:endParaRPr sz="1400">
              <a:solidFill>
                <a:srgbClr val="0D0D0D"/>
              </a:solidFill>
              <a:highlight>
                <a:schemeClr val="lt1"/>
              </a:highlight>
            </a:endParaRPr>
          </a:p>
          <a:p>
            <a:pPr indent="0" lvl="0" marL="0" rtl="0" algn="l">
              <a:spcBef>
                <a:spcPts val="0"/>
              </a:spcBef>
              <a:spcAft>
                <a:spcPts val="0"/>
              </a:spcAft>
              <a:buNone/>
            </a:pPr>
            <a:r>
              <a:t/>
            </a:r>
            <a:endParaRPr sz="1050">
              <a:solidFill>
                <a:srgbClr val="444444"/>
              </a:solidFill>
              <a:highlight>
                <a:srgbClr val="FFFFFF"/>
              </a:highlight>
            </a:endParaRPr>
          </a:p>
        </p:txBody>
      </p:sp>
      <p:sp>
        <p:nvSpPr>
          <p:cNvPr id="123" name="Google Shape;123;g1ff39aee65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cf783e3fc8_2_7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GLp-1 is able to stimulate the secretion of insulin when glucose levels are high by activating pathways which involve cyclic AMP and calcium. However, its effectiveness is reduced when glucose levels are low</a:t>
            </a:r>
            <a:endParaRPr/>
          </a:p>
        </p:txBody>
      </p:sp>
      <p:sp>
        <p:nvSpPr>
          <p:cNvPr id="130" name="Google Shape;130;g2cf783e3fc8_2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ff39aee658_2_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1ff39aee658_2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dace928dbc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50">
                <a:solidFill>
                  <a:srgbClr val="232323"/>
                </a:solidFill>
                <a:highlight>
                  <a:srgbClr val="FFFFFF"/>
                </a:highlight>
                <a:latin typeface="Verdana"/>
                <a:ea typeface="Verdana"/>
                <a:cs typeface="Verdana"/>
                <a:sym typeface="Verdana"/>
              </a:rPr>
              <a:t>In healthy individuals, (1) ingestion of food results in (2) release of gastrointestinal peptides (GLP-1 and GIP) as well as (3) pancreatic beta cell hormones (insulin and amylin). GLP-1 and amylin, in particular, have inhibitory effects on (4) gastric emptying, (5) glucagon release, and (6) appetite. (7) Following the absorption of food, GLP-1 and GIP promote insulin secretion, otherwise known as the incretin effect. </a:t>
            </a:r>
            <a:endParaRPr sz="2200"/>
          </a:p>
        </p:txBody>
      </p:sp>
      <p:sp>
        <p:nvSpPr>
          <p:cNvPr id="142" name="Google Shape;142;g2dace928db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dace928dbc_1_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-GLP1RA work by controlling </a:t>
            </a:r>
            <a:r>
              <a:rPr lang="en"/>
              <a:t>appetite and glucose levels</a:t>
            </a:r>
            <a:r>
              <a:rPr lang="en"/>
              <a:t> via CNS</a:t>
            </a:r>
            <a:endParaRPr/>
          </a:p>
          <a:p>
            <a:pPr indent="0" lvl="0" marL="0" rtl="0" algn="l">
              <a:spcBef>
                <a:spcPts val="0"/>
              </a:spcBef>
              <a:spcAft>
                <a:spcPts val="0"/>
              </a:spcAft>
              <a:buNone/>
            </a:pPr>
            <a:r>
              <a:rPr lang="en"/>
              <a:t>-GLP1 is a naturally </a:t>
            </a:r>
            <a:r>
              <a:rPr lang="en"/>
              <a:t>occurring</a:t>
            </a:r>
            <a:r>
              <a:rPr lang="en"/>
              <a:t> hormone in the body, what Ozempic like drugs are is that they are a synthetic form of this hormone that have an increased half life</a:t>
            </a:r>
            <a:endParaRPr/>
          </a:p>
          <a:p>
            <a:pPr indent="0" lvl="0" marL="0" rtl="0" algn="l">
              <a:spcBef>
                <a:spcPts val="0"/>
              </a:spcBef>
              <a:spcAft>
                <a:spcPts val="0"/>
              </a:spcAft>
              <a:buNone/>
            </a:pPr>
            <a:br>
              <a:rPr lang="en"/>
            </a:br>
            <a:r>
              <a:rPr lang="en"/>
              <a:t>-</a:t>
            </a:r>
            <a:endParaRPr/>
          </a:p>
        </p:txBody>
      </p:sp>
      <p:sp>
        <p:nvSpPr>
          <p:cNvPr id="148" name="Google Shape;148;g2dace928dbc_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ff39aee658_0_20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1ff39aee658_0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ff39aee658_2_2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1ff39aee658_2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ff39aee658_0_21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1ff39aee658_0_2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ff39aee658_2_3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1ff39aee658_2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ff8a516aa5_0_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1ff8a516aa5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ff8a516aa5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1ff8a516aa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cf783e3fc8_2_8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2cf783e3fc8_2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7df8f36461d68fe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7df8f36461d68fe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opportunities may arise from: (i) de-orphanization of orphan GPCRs to provide novel targets; (ii) new indication for drug intervention via discovery and/or repurposing efforts; (iii) development of lead compounds targeting classes B2 and F GPCRs to address unmet medical needs; and (iv) validation of polypharmacology may lead to improved drug therapies. </a:t>
            </a:r>
            <a:endParaRPr/>
          </a:p>
          <a:p>
            <a:pPr indent="0" lvl="0" marL="0" rtl="0" algn="l">
              <a:spcBef>
                <a:spcPts val="0"/>
              </a:spcBef>
              <a:spcAft>
                <a:spcPts val="0"/>
              </a:spcAft>
              <a:buNone/>
            </a:pPr>
            <a:r>
              <a:rPr lang="en"/>
              <a:t>Integration and refinement of massive data by artificial intelligence is a clear direction to guide both virtual and experimental screening of efficacious therapeutic agents with new scaffolds and of novel chemotypes for all classes of GPCRs</a:t>
            </a:r>
            <a:endParaRPr/>
          </a:p>
          <a:p>
            <a:pPr indent="0" lvl="0" marL="0" rtl="0" algn="l">
              <a:spcBef>
                <a:spcPts val="0"/>
              </a:spcBef>
              <a:spcAft>
                <a:spcPts val="0"/>
              </a:spcAft>
              <a:buNone/>
            </a:pPr>
            <a:r>
              <a:rPr lang="en" u="sng">
                <a:solidFill>
                  <a:schemeClr val="hlink"/>
                </a:solidFill>
                <a:hlinkClick r:id="rId2"/>
              </a:rPr>
              <a:t>https://www.ncbi.nlm.nih.gov/pmc/articles/PMC7790836/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swaiting for the first orally active GPCR-based incretin secretagogue medicine. Nevertheless, hitherto understanding of GPCRs-mediated signalling in the pathophysiology of metabolic disorders justifies the further pursuit of GPCR as a target. While embarking on a drug discovery campaign, there are some limitations and hurdles to consider while developing an oral poly-GPCR-based agonist therapy to leverage intestinal L-cells-derived GLP-1 to treat diabesity.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GPR40, GPR119, TGR5, and GPR55 belong to the class-A GPCR family, which has proven challenging in obtaining high-resolution structures. Limited structural information may hinder the rational design of potent and selective agonists for these receptors.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addition, selectivity is a crucial goal to aim to. Targeting multiple GPCRs simultaneously increases the risk of non-specific binding and off-target cardiac, hepatic, renal effects and/or β-cell toxicity. Achieving selectivity for each GPCR in the combination therapy is crucial to minimize unwanted side effects and maximize therapeutic efficacy.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Furthermore, finding the right balance and identifying the desired optimal ratio of each GPCR agonist entity in an unimolecular poly-agonist is an intricate task. Specific drug screening tools, like clinical modelling and in-vivo models, need to be developed to study optimal specificities for each GPCR.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pharmacodynamic and pharmacokinetic considerations are crucial aspects. Each GPCR component and DPP-IV inhibitor moiety present in a single therapy may have distinct pharmacokinetic and pharmacodynamic properties. Achieving the appropriate pharmacokinetic profiles for all components of the poly-GPCR therapy can be challenging, especially considering potential drug-drug interactions. Moreover, distinct receptor expression levels, turnover rates, desensitization mechanisms etc. can affect pharmacodynamics. </a:t>
            </a:r>
            <a:endParaRPr/>
          </a:p>
          <a:p>
            <a:pPr indent="0" lvl="0" marL="0" rtl="0" algn="l">
              <a:spcBef>
                <a:spcPts val="0"/>
              </a:spcBef>
              <a:spcAft>
                <a:spcPts val="0"/>
              </a:spcAft>
              <a:buNone/>
            </a:pPr>
            <a:r>
              <a:rPr lang="en" u="sng">
                <a:solidFill>
                  <a:schemeClr val="hlink"/>
                </a:solidFill>
                <a:hlinkClick r:id="rId3"/>
              </a:rPr>
              <a:t>https://www.sciencedirect.com/science/article/pii/S0753332224001264</a:t>
            </a:r>
            <a:r>
              <a:rPr lang="en"/>
              <a:t>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43bf6d261b97fe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43bf6d261b97fe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GPR40, GPR119, TGR5, and GPR55 belong to the class-A GPCR family, which has proven challenging in obtaining high-resolution structures. Limited structural information may hinder the rational design of potent and selective agonists for these receptors.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 addition, selectivity is a crucial goal to aim to. Targeting multiple GPCRs simultaneously increases the risk of non-specific binding and off-target cardiac, hepatic, renal effects and/or β-cell toxicity. Achieving selectivity for each GPCR in the combination therapy is crucial to minimize unwanted side effects and maximize therapeutic efficacy.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Furthermore, finding the right balance and identifying the desired optimal ratio of each GPCR agonist entity in an unimolecular poly-agonist is an intricate task. Specific drug screening tools, like clinical modelling and in-vivo models, need to be developed to study optimal specificities for each GPCR.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Finally, pharmacodynamic and pharmacokinetic considerations are crucial aspects. Each GPCR component and DPP-IV inhibitor moiety present in a single therapy may have distinct pharmacokinetic and pharmacodynamic properties. Achieving the appropriate pharmacokinetic profiles for all components of the poly-GPCR therapy can be challenging, especially considering potential drug-drug interactions. Moreover, distinct receptor expression levels, turnover rates, desensitization mechanisms etc. can affect pharmacodynamics. </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hlink"/>
                </a:solidFill>
                <a:hlinkClick r:id="rId2"/>
              </a:rPr>
              <a:t>https://www.sciencedirect.com/science/article/pii/S0753332224001264</a:t>
            </a:r>
            <a:r>
              <a:rPr lang="en">
                <a:solidFill>
                  <a:schemeClr val="dk1"/>
                </a:solidFill>
              </a:rPr>
              <a: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cf783e3fc8_2_11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u="sng">
                <a:solidFill>
                  <a:schemeClr val="hlink"/>
                </a:solidFill>
                <a:highlight>
                  <a:srgbClr val="FFFFFF"/>
                </a:highlight>
                <a:hlinkClick r:id="rId2"/>
              </a:rPr>
              <a:t>https://utswmed.org/medblog/obesity-medication-weight-program/</a:t>
            </a:r>
            <a:endParaRPr sz="1050">
              <a:solidFill>
                <a:srgbClr val="444444"/>
              </a:solidFill>
              <a:highlight>
                <a:srgbClr val="FFFFFF"/>
              </a:highlight>
            </a:endParaRPr>
          </a:p>
          <a:p>
            <a:pPr indent="0" lvl="0" marL="0" rtl="0" algn="l">
              <a:spcBef>
                <a:spcPts val="0"/>
              </a:spcBef>
              <a:spcAft>
                <a:spcPts val="0"/>
              </a:spcAft>
              <a:buNone/>
            </a:pPr>
            <a:r>
              <a:t/>
            </a:r>
            <a:endParaRPr sz="1050">
              <a:solidFill>
                <a:srgbClr val="444444"/>
              </a:solidFill>
              <a:highlight>
                <a:srgbClr val="FFFFFF"/>
              </a:highlight>
            </a:endParaRPr>
          </a:p>
          <a:p>
            <a:pPr indent="0" lvl="0" marL="0" rtl="0" algn="l">
              <a:spcBef>
                <a:spcPts val="0"/>
              </a:spcBef>
              <a:spcAft>
                <a:spcPts val="0"/>
              </a:spcAft>
              <a:buClr>
                <a:schemeClr val="dk1"/>
              </a:buClr>
              <a:buFont typeface="Arial"/>
              <a:buNone/>
            </a:pPr>
            <a:r>
              <a:t/>
            </a:r>
            <a:endParaRPr sz="1050">
              <a:solidFill>
                <a:srgbClr val="444444"/>
              </a:solidFill>
              <a:highlight>
                <a:srgbClr val="FFFFFF"/>
              </a:highlight>
            </a:endParaRPr>
          </a:p>
        </p:txBody>
      </p:sp>
      <p:sp>
        <p:nvSpPr>
          <p:cNvPr id="207" name="Google Shape;207;g2cf783e3fc8_2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ff8a516aa5_1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1ff8a516aa5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 Id="rId3"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9" name="Shape 59"/>
        <p:cNvGrpSpPr/>
        <p:nvPr/>
      </p:nvGrpSpPr>
      <p:grpSpPr>
        <a:xfrm>
          <a:off x="0" y="0"/>
          <a:ext cx="0" cy="0"/>
          <a:chOff x="0" y="0"/>
          <a:chExt cx="0" cy="0"/>
        </a:xfrm>
      </p:grpSpPr>
      <p:pic>
        <p:nvPicPr>
          <p:cNvPr id="60" name="Google Shape;60;p14"/>
          <p:cNvPicPr preferRelativeResize="0"/>
          <p:nvPr/>
        </p:nvPicPr>
        <p:blipFill rotWithShape="1">
          <a:blip r:embed="rId2">
            <a:alphaModFix/>
          </a:blip>
          <a:srcRect b="0" l="0" r="0" t="0"/>
          <a:stretch/>
        </p:blipFill>
        <p:spPr>
          <a:xfrm>
            <a:off x="-3" y="0"/>
            <a:ext cx="9141714" cy="5143500"/>
          </a:xfrm>
          <a:prstGeom prst="rect">
            <a:avLst/>
          </a:prstGeom>
          <a:noFill/>
          <a:ln>
            <a:noFill/>
          </a:ln>
        </p:spPr>
      </p:pic>
      <p:sp>
        <p:nvSpPr>
          <p:cNvPr id="61" name="Google Shape;61;p14"/>
          <p:cNvSpPr txBox="1"/>
          <p:nvPr>
            <p:ph idx="1" type="body"/>
          </p:nvPr>
        </p:nvSpPr>
        <p:spPr>
          <a:xfrm>
            <a:off x="493776" y="2976372"/>
            <a:ext cx="4978908" cy="1237786"/>
          </a:xfrm>
          <a:prstGeom prst="rect">
            <a:avLst/>
          </a:prstGeom>
          <a:noFill/>
          <a:ln>
            <a:noFill/>
          </a:ln>
        </p:spPr>
        <p:txBody>
          <a:bodyPr anchorCtr="0" anchor="t" bIns="34275" lIns="0" spcFirstLastPara="1" rIns="68575" wrap="square" tIns="34275">
            <a:noAutofit/>
          </a:bodyPr>
          <a:lstStyle>
            <a:lvl1pPr indent="-228600" lvl="0" marL="457200" algn="l">
              <a:lnSpc>
                <a:spcPct val="100000"/>
              </a:lnSpc>
              <a:spcBef>
                <a:spcPts val="800"/>
              </a:spcBef>
              <a:spcAft>
                <a:spcPts val="0"/>
              </a:spcAft>
              <a:buSzPts val="2100"/>
              <a:buNone/>
              <a:defRPr b="0" i="0" sz="2100">
                <a:solidFill>
                  <a:schemeClr val="lt1"/>
                </a:solidFill>
                <a:latin typeface="Georgia"/>
                <a:ea typeface="Georgia"/>
                <a:cs typeface="Georgia"/>
                <a:sym typeface="Georgia"/>
              </a:defRPr>
            </a:lvl1pPr>
            <a:lvl2pPr indent="-317500" lvl="1" marL="914400" algn="l">
              <a:lnSpc>
                <a:spcPct val="100000"/>
              </a:lnSpc>
              <a:spcBef>
                <a:spcPts val="400"/>
              </a:spcBef>
              <a:spcAft>
                <a:spcPts val="0"/>
              </a:spcAft>
              <a:buSzPts val="1400"/>
              <a:buChar char="•"/>
              <a:defRPr/>
            </a:lvl2pPr>
            <a:lvl3pPr indent="-317500" lvl="2" marL="1371600" algn="l">
              <a:lnSpc>
                <a:spcPct val="100000"/>
              </a:lnSpc>
              <a:spcBef>
                <a:spcPts val="400"/>
              </a:spcBef>
              <a:spcAft>
                <a:spcPts val="0"/>
              </a:spcAft>
              <a:buSzPts val="1400"/>
              <a:buChar char="-"/>
              <a:defRPr/>
            </a:lvl3pPr>
            <a:lvl4pPr indent="-317500" lvl="3" marL="1828800" algn="l">
              <a:lnSpc>
                <a:spcPct val="90000"/>
              </a:lnSpc>
              <a:spcBef>
                <a:spcPts val="400"/>
              </a:spcBef>
              <a:spcAft>
                <a:spcPts val="0"/>
              </a:spcAft>
              <a:buSzPts val="1400"/>
              <a:buChar char="•"/>
              <a:defRPr/>
            </a:lvl4pPr>
            <a:lvl5pPr indent="-317500" lvl="4" marL="2286000" algn="l">
              <a:lnSpc>
                <a:spcPct val="90000"/>
              </a:lnSpc>
              <a:spcBef>
                <a:spcPts val="400"/>
              </a:spcBef>
              <a:spcAft>
                <a:spcPts val="0"/>
              </a:spcAft>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2" name="Google Shape;62;p14"/>
          <p:cNvSpPr txBox="1"/>
          <p:nvPr>
            <p:ph type="ctrTitle"/>
          </p:nvPr>
        </p:nvSpPr>
        <p:spPr>
          <a:xfrm>
            <a:off x="493776" y="1117854"/>
            <a:ext cx="4978908" cy="1789938"/>
          </a:xfrm>
          <a:prstGeom prst="rect">
            <a:avLst/>
          </a:prstGeom>
          <a:noFill/>
          <a:ln>
            <a:noFill/>
          </a:ln>
        </p:spPr>
        <p:txBody>
          <a:bodyPr anchorCtr="0" anchor="b" bIns="34275" lIns="0" spcFirstLastPara="1" rIns="68575" wrap="square" tIns="34275">
            <a:noAutofit/>
          </a:bodyPr>
          <a:lstStyle>
            <a:lvl1pPr lvl="0" algn="l">
              <a:lnSpc>
                <a:spcPct val="96666"/>
              </a:lnSpc>
              <a:spcBef>
                <a:spcPts val="0"/>
              </a:spcBef>
              <a:spcAft>
                <a:spcPts val="0"/>
              </a:spcAft>
              <a:buClr>
                <a:schemeClr val="lt1"/>
              </a:buClr>
              <a:buSzPts val="4500"/>
              <a:buFont typeface="Arial"/>
              <a:buNone/>
              <a:defRPr b="1" i="0" sz="450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3" name="Google Shape;63;p14"/>
          <p:cNvPicPr preferRelativeResize="0"/>
          <p:nvPr/>
        </p:nvPicPr>
        <p:blipFill rotWithShape="1">
          <a:blip r:embed="rId3">
            <a:alphaModFix/>
          </a:blip>
          <a:srcRect b="0" l="0" r="0" t="0"/>
          <a:stretch/>
        </p:blipFill>
        <p:spPr>
          <a:xfrm>
            <a:off x="493776" y="4085716"/>
            <a:ext cx="2788409" cy="46287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Divider Slide">
    <p:spTree>
      <p:nvGrpSpPr>
        <p:cNvPr id="64" name="Shape 64"/>
        <p:cNvGrpSpPr/>
        <p:nvPr/>
      </p:nvGrpSpPr>
      <p:grpSpPr>
        <a:xfrm>
          <a:off x="0" y="0"/>
          <a:ext cx="0" cy="0"/>
          <a:chOff x="0" y="0"/>
          <a:chExt cx="0" cy="0"/>
        </a:xfrm>
      </p:grpSpPr>
      <p:pic>
        <p:nvPicPr>
          <p:cNvPr id="65" name="Google Shape;65;p15"/>
          <p:cNvPicPr preferRelativeResize="0"/>
          <p:nvPr/>
        </p:nvPicPr>
        <p:blipFill rotWithShape="1">
          <a:blip r:embed="rId2">
            <a:alphaModFix/>
          </a:blip>
          <a:srcRect b="0" l="0" r="0" t="0"/>
          <a:stretch/>
        </p:blipFill>
        <p:spPr>
          <a:xfrm>
            <a:off x="0" y="0"/>
            <a:ext cx="9141714" cy="5143500"/>
          </a:xfrm>
          <a:prstGeom prst="rect">
            <a:avLst/>
          </a:prstGeom>
          <a:noFill/>
          <a:ln>
            <a:noFill/>
          </a:ln>
        </p:spPr>
      </p:pic>
      <p:sp>
        <p:nvSpPr>
          <p:cNvPr id="66" name="Google Shape;66;p15"/>
          <p:cNvSpPr txBox="1"/>
          <p:nvPr>
            <p:ph type="ctrTitle"/>
          </p:nvPr>
        </p:nvSpPr>
        <p:spPr>
          <a:xfrm>
            <a:off x="493776" y="1117997"/>
            <a:ext cx="4978908" cy="1790700"/>
          </a:xfrm>
          <a:prstGeom prst="rect">
            <a:avLst/>
          </a:prstGeom>
          <a:noFill/>
          <a:ln>
            <a:noFill/>
          </a:ln>
        </p:spPr>
        <p:txBody>
          <a:bodyPr anchorCtr="0" anchor="b" bIns="34275" lIns="0" spcFirstLastPara="1" rIns="68575" wrap="square" tIns="34275">
            <a:noAutofit/>
          </a:bodyPr>
          <a:lstStyle>
            <a:lvl1pPr lvl="0" algn="l">
              <a:lnSpc>
                <a:spcPct val="96666"/>
              </a:lnSpc>
              <a:spcBef>
                <a:spcPts val="0"/>
              </a:spcBef>
              <a:spcAft>
                <a:spcPts val="0"/>
              </a:spcAft>
              <a:buClr>
                <a:schemeClr val="lt1"/>
              </a:buClr>
              <a:buSzPts val="4500"/>
              <a:buFont typeface="Arial"/>
              <a:buNone/>
              <a:defRPr b="1" i="0" sz="450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7" name="Google Shape;67;p15"/>
          <p:cNvSpPr txBox="1"/>
          <p:nvPr>
            <p:ph idx="1" type="subTitle"/>
          </p:nvPr>
        </p:nvSpPr>
        <p:spPr>
          <a:xfrm>
            <a:off x="493776" y="2977753"/>
            <a:ext cx="4978908" cy="1659732"/>
          </a:xfrm>
          <a:prstGeom prst="rect">
            <a:avLst/>
          </a:prstGeom>
          <a:noFill/>
          <a:ln>
            <a:noFill/>
          </a:ln>
        </p:spPr>
        <p:txBody>
          <a:bodyPr anchorCtr="0" anchor="t" bIns="34275" lIns="0" spcFirstLastPara="1" rIns="68575" wrap="square" tIns="34275">
            <a:noAutofit/>
          </a:bodyPr>
          <a:lstStyle>
            <a:lvl1pPr lvl="0" algn="l">
              <a:lnSpc>
                <a:spcPct val="100000"/>
              </a:lnSpc>
              <a:spcBef>
                <a:spcPts val="800"/>
              </a:spcBef>
              <a:spcAft>
                <a:spcPts val="0"/>
              </a:spcAft>
              <a:buSzPts val="2100"/>
              <a:buNone/>
              <a:defRPr b="0" sz="2100">
                <a:solidFill>
                  <a:schemeClr val="lt1"/>
                </a:solidFill>
                <a:latin typeface="Georgia"/>
                <a:ea typeface="Georgia"/>
                <a:cs typeface="Georgia"/>
                <a:sym typeface="Georgia"/>
              </a:defRPr>
            </a:lvl1pPr>
            <a:lvl2pPr lvl="1" algn="ctr">
              <a:lnSpc>
                <a:spcPct val="100000"/>
              </a:lnSpc>
              <a:spcBef>
                <a:spcPts val="40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90000"/>
              </a:lnSpc>
              <a:spcBef>
                <a:spcPts val="400"/>
              </a:spcBef>
              <a:spcAft>
                <a:spcPts val="0"/>
              </a:spcAft>
              <a:buSzPts val="1200"/>
              <a:buNone/>
              <a:defRPr sz="1200"/>
            </a:lvl4pPr>
            <a:lvl5pPr lvl="4" algn="ctr">
              <a:lnSpc>
                <a:spcPct val="90000"/>
              </a:lnSpc>
              <a:spcBef>
                <a:spcPts val="400"/>
              </a:spcBef>
              <a:spcAft>
                <a:spcPts val="0"/>
              </a:spcAft>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pic>
        <p:nvPicPr>
          <p:cNvPr id="68" name="Google Shape;68;p15"/>
          <p:cNvPicPr preferRelativeResize="0"/>
          <p:nvPr/>
        </p:nvPicPr>
        <p:blipFill rotWithShape="1">
          <a:blip r:embed="rId3">
            <a:alphaModFix/>
          </a:blip>
          <a:srcRect b="0" l="0" r="0" t="0"/>
          <a:stretch/>
        </p:blipFill>
        <p:spPr>
          <a:xfrm>
            <a:off x="87948" y="97946"/>
            <a:ext cx="2788409" cy="462876"/>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Text">
  <p:cSld name="1 Column Text">
    <p:spTree>
      <p:nvGrpSpPr>
        <p:cNvPr id="69" name="Shape 69"/>
        <p:cNvGrpSpPr/>
        <p:nvPr/>
      </p:nvGrpSpPr>
      <p:grpSpPr>
        <a:xfrm>
          <a:off x="0" y="0"/>
          <a:ext cx="0" cy="0"/>
          <a:chOff x="0" y="0"/>
          <a:chExt cx="0" cy="0"/>
        </a:xfrm>
      </p:grpSpPr>
      <p:sp>
        <p:nvSpPr>
          <p:cNvPr id="70" name="Google Shape;70;p16"/>
          <p:cNvSpPr txBox="1"/>
          <p:nvPr>
            <p:ph idx="1" type="body"/>
          </p:nvPr>
        </p:nvSpPr>
        <p:spPr>
          <a:xfrm>
            <a:off x="427101" y="1641947"/>
            <a:ext cx="4802124" cy="2842862"/>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400"/>
              <a:buNone/>
              <a:defRPr b="0" i="0" sz="1400">
                <a:solidFill>
                  <a:schemeClr val="dk1"/>
                </a:solidFill>
                <a:latin typeface="Arial"/>
                <a:ea typeface="Arial"/>
                <a:cs typeface="Arial"/>
                <a:sym typeface="Arial"/>
              </a:defRPr>
            </a:lvl1pPr>
            <a:lvl2pPr indent="-228600" lvl="1" marL="914400" algn="l">
              <a:lnSpc>
                <a:spcPct val="100000"/>
              </a:lnSpc>
              <a:spcBef>
                <a:spcPts val="400"/>
              </a:spcBef>
              <a:spcAft>
                <a:spcPts val="0"/>
              </a:spcAft>
              <a:buSzPts val="1500"/>
              <a:buNone/>
              <a:defRPr sz="1500">
                <a:solidFill>
                  <a:srgbClr val="9E9E9E"/>
                </a:solidFill>
              </a:defRPr>
            </a:lvl2pPr>
            <a:lvl3pPr indent="-228600" lvl="2" marL="1371600" algn="l">
              <a:lnSpc>
                <a:spcPct val="100000"/>
              </a:lnSpc>
              <a:spcBef>
                <a:spcPts val="400"/>
              </a:spcBef>
              <a:spcAft>
                <a:spcPts val="0"/>
              </a:spcAft>
              <a:buSzPts val="1400"/>
              <a:buNone/>
              <a:defRPr sz="1400">
                <a:solidFill>
                  <a:srgbClr val="9E9E9E"/>
                </a:solidFill>
              </a:defRPr>
            </a:lvl3pPr>
            <a:lvl4pPr indent="-228600" lvl="3" marL="1828800" algn="l">
              <a:lnSpc>
                <a:spcPct val="90000"/>
              </a:lnSpc>
              <a:spcBef>
                <a:spcPts val="400"/>
              </a:spcBef>
              <a:spcAft>
                <a:spcPts val="0"/>
              </a:spcAft>
              <a:buSzPts val="1200"/>
              <a:buNone/>
              <a:defRPr sz="1200">
                <a:solidFill>
                  <a:srgbClr val="9E9E9E"/>
                </a:solidFill>
              </a:defRPr>
            </a:lvl4pPr>
            <a:lvl5pPr indent="-228600" lvl="4" marL="2286000" algn="l">
              <a:lnSpc>
                <a:spcPct val="90000"/>
              </a:lnSpc>
              <a:spcBef>
                <a:spcPts val="400"/>
              </a:spcBef>
              <a:spcAft>
                <a:spcPts val="0"/>
              </a:spcAft>
              <a:buSzPts val="1200"/>
              <a:buNone/>
              <a:defRPr sz="1200">
                <a:solidFill>
                  <a:srgbClr val="9E9E9E"/>
                </a:solidFill>
              </a:defRPr>
            </a:lvl5pPr>
            <a:lvl6pPr indent="-228600" lvl="5" marL="2743200" algn="l">
              <a:lnSpc>
                <a:spcPct val="90000"/>
              </a:lnSpc>
              <a:spcBef>
                <a:spcPts val="400"/>
              </a:spcBef>
              <a:spcAft>
                <a:spcPts val="0"/>
              </a:spcAft>
              <a:buClr>
                <a:srgbClr val="9E9E9E"/>
              </a:buClr>
              <a:buSzPts val="1200"/>
              <a:buNone/>
              <a:defRPr sz="1200">
                <a:solidFill>
                  <a:srgbClr val="9E9E9E"/>
                </a:solidFill>
              </a:defRPr>
            </a:lvl6pPr>
            <a:lvl7pPr indent="-228600" lvl="6" marL="3200400" algn="l">
              <a:lnSpc>
                <a:spcPct val="90000"/>
              </a:lnSpc>
              <a:spcBef>
                <a:spcPts val="400"/>
              </a:spcBef>
              <a:spcAft>
                <a:spcPts val="0"/>
              </a:spcAft>
              <a:buClr>
                <a:srgbClr val="9E9E9E"/>
              </a:buClr>
              <a:buSzPts val="1200"/>
              <a:buNone/>
              <a:defRPr sz="1200">
                <a:solidFill>
                  <a:srgbClr val="9E9E9E"/>
                </a:solidFill>
              </a:defRPr>
            </a:lvl7pPr>
            <a:lvl8pPr indent="-228600" lvl="7" marL="3657600" algn="l">
              <a:lnSpc>
                <a:spcPct val="90000"/>
              </a:lnSpc>
              <a:spcBef>
                <a:spcPts val="400"/>
              </a:spcBef>
              <a:spcAft>
                <a:spcPts val="0"/>
              </a:spcAft>
              <a:buClr>
                <a:srgbClr val="9E9E9E"/>
              </a:buClr>
              <a:buSzPts val="1200"/>
              <a:buNone/>
              <a:defRPr sz="1200">
                <a:solidFill>
                  <a:srgbClr val="9E9E9E"/>
                </a:solidFill>
              </a:defRPr>
            </a:lvl8pPr>
            <a:lvl9pPr indent="-228600" lvl="8" marL="4114800" algn="l">
              <a:lnSpc>
                <a:spcPct val="90000"/>
              </a:lnSpc>
              <a:spcBef>
                <a:spcPts val="400"/>
              </a:spcBef>
              <a:spcAft>
                <a:spcPts val="0"/>
              </a:spcAft>
              <a:buClr>
                <a:srgbClr val="9E9E9E"/>
              </a:buClr>
              <a:buSzPts val="1200"/>
              <a:buNone/>
              <a:defRPr sz="1200">
                <a:solidFill>
                  <a:srgbClr val="9E9E9E"/>
                </a:solidFill>
              </a:defRPr>
            </a:lvl9pPr>
          </a:lstStyle>
          <a:p/>
        </p:txBody>
      </p:sp>
      <p:sp>
        <p:nvSpPr>
          <p:cNvPr id="71" name="Google Shape;71;p16"/>
          <p:cNvSpPr txBox="1"/>
          <p:nvPr>
            <p:ph type="title"/>
          </p:nvPr>
        </p:nvSpPr>
        <p:spPr>
          <a:xfrm>
            <a:off x="427101" y="990600"/>
            <a:ext cx="7886700" cy="537063"/>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rgbClr val="005BBB"/>
              </a:buClr>
              <a:buSzPts val="2700"/>
              <a:buFont typeface="Georgia"/>
              <a:buNone/>
              <a:defRPr sz="2700">
                <a:solidFill>
                  <a:srgbClr val="005BBB"/>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Text">
  <p:cSld name="2 Column Text">
    <p:spTree>
      <p:nvGrpSpPr>
        <p:cNvPr id="72" name="Shape 72"/>
        <p:cNvGrpSpPr/>
        <p:nvPr/>
      </p:nvGrpSpPr>
      <p:grpSpPr>
        <a:xfrm>
          <a:off x="0" y="0"/>
          <a:ext cx="0" cy="0"/>
          <a:chOff x="0" y="0"/>
          <a:chExt cx="0" cy="0"/>
        </a:xfrm>
      </p:grpSpPr>
      <p:sp>
        <p:nvSpPr>
          <p:cNvPr id="73" name="Google Shape;73;p17"/>
          <p:cNvSpPr txBox="1"/>
          <p:nvPr>
            <p:ph idx="1" type="body"/>
          </p:nvPr>
        </p:nvSpPr>
        <p:spPr>
          <a:xfrm>
            <a:off x="425196" y="1639062"/>
            <a:ext cx="3134815" cy="263355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400"/>
              <a:buNone/>
              <a:defRPr b="0" i="0" sz="1400">
                <a:solidFill>
                  <a:schemeClr val="dk1"/>
                </a:solidFill>
                <a:latin typeface="Arial"/>
                <a:ea typeface="Arial"/>
                <a:cs typeface="Arial"/>
                <a:sym typeface="Arial"/>
              </a:defRPr>
            </a:lvl1pPr>
            <a:lvl2pPr indent="-228600" lvl="1" marL="914400" algn="l">
              <a:lnSpc>
                <a:spcPct val="100000"/>
              </a:lnSpc>
              <a:spcBef>
                <a:spcPts val="400"/>
              </a:spcBef>
              <a:spcAft>
                <a:spcPts val="0"/>
              </a:spcAft>
              <a:buSzPts val="1500"/>
              <a:buNone/>
              <a:defRPr sz="1500">
                <a:solidFill>
                  <a:srgbClr val="9E9E9E"/>
                </a:solidFill>
              </a:defRPr>
            </a:lvl2pPr>
            <a:lvl3pPr indent="-228600" lvl="2" marL="1371600" algn="l">
              <a:lnSpc>
                <a:spcPct val="100000"/>
              </a:lnSpc>
              <a:spcBef>
                <a:spcPts val="400"/>
              </a:spcBef>
              <a:spcAft>
                <a:spcPts val="0"/>
              </a:spcAft>
              <a:buSzPts val="1400"/>
              <a:buNone/>
              <a:defRPr sz="1400">
                <a:solidFill>
                  <a:srgbClr val="9E9E9E"/>
                </a:solidFill>
              </a:defRPr>
            </a:lvl3pPr>
            <a:lvl4pPr indent="-228600" lvl="3" marL="1828800" algn="l">
              <a:lnSpc>
                <a:spcPct val="90000"/>
              </a:lnSpc>
              <a:spcBef>
                <a:spcPts val="400"/>
              </a:spcBef>
              <a:spcAft>
                <a:spcPts val="0"/>
              </a:spcAft>
              <a:buSzPts val="1200"/>
              <a:buNone/>
              <a:defRPr sz="1200">
                <a:solidFill>
                  <a:srgbClr val="9E9E9E"/>
                </a:solidFill>
              </a:defRPr>
            </a:lvl4pPr>
            <a:lvl5pPr indent="-228600" lvl="4" marL="2286000" algn="l">
              <a:lnSpc>
                <a:spcPct val="90000"/>
              </a:lnSpc>
              <a:spcBef>
                <a:spcPts val="400"/>
              </a:spcBef>
              <a:spcAft>
                <a:spcPts val="0"/>
              </a:spcAft>
              <a:buSzPts val="1200"/>
              <a:buNone/>
              <a:defRPr sz="1200">
                <a:solidFill>
                  <a:srgbClr val="9E9E9E"/>
                </a:solidFill>
              </a:defRPr>
            </a:lvl5pPr>
            <a:lvl6pPr indent="-228600" lvl="5" marL="2743200" algn="l">
              <a:lnSpc>
                <a:spcPct val="90000"/>
              </a:lnSpc>
              <a:spcBef>
                <a:spcPts val="400"/>
              </a:spcBef>
              <a:spcAft>
                <a:spcPts val="0"/>
              </a:spcAft>
              <a:buClr>
                <a:srgbClr val="9E9E9E"/>
              </a:buClr>
              <a:buSzPts val="1200"/>
              <a:buNone/>
              <a:defRPr sz="1200">
                <a:solidFill>
                  <a:srgbClr val="9E9E9E"/>
                </a:solidFill>
              </a:defRPr>
            </a:lvl6pPr>
            <a:lvl7pPr indent="-228600" lvl="6" marL="3200400" algn="l">
              <a:lnSpc>
                <a:spcPct val="90000"/>
              </a:lnSpc>
              <a:spcBef>
                <a:spcPts val="400"/>
              </a:spcBef>
              <a:spcAft>
                <a:spcPts val="0"/>
              </a:spcAft>
              <a:buClr>
                <a:srgbClr val="9E9E9E"/>
              </a:buClr>
              <a:buSzPts val="1200"/>
              <a:buNone/>
              <a:defRPr sz="1200">
                <a:solidFill>
                  <a:srgbClr val="9E9E9E"/>
                </a:solidFill>
              </a:defRPr>
            </a:lvl7pPr>
            <a:lvl8pPr indent="-228600" lvl="7" marL="3657600" algn="l">
              <a:lnSpc>
                <a:spcPct val="90000"/>
              </a:lnSpc>
              <a:spcBef>
                <a:spcPts val="400"/>
              </a:spcBef>
              <a:spcAft>
                <a:spcPts val="0"/>
              </a:spcAft>
              <a:buClr>
                <a:srgbClr val="9E9E9E"/>
              </a:buClr>
              <a:buSzPts val="1200"/>
              <a:buNone/>
              <a:defRPr sz="1200">
                <a:solidFill>
                  <a:srgbClr val="9E9E9E"/>
                </a:solidFill>
              </a:defRPr>
            </a:lvl8pPr>
            <a:lvl9pPr indent="-228600" lvl="8" marL="4114800" algn="l">
              <a:lnSpc>
                <a:spcPct val="90000"/>
              </a:lnSpc>
              <a:spcBef>
                <a:spcPts val="400"/>
              </a:spcBef>
              <a:spcAft>
                <a:spcPts val="0"/>
              </a:spcAft>
              <a:buClr>
                <a:srgbClr val="9E9E9E"/>
              </a:buClr>
              <a:buSzPts val="1200"/>
              <a:buNone/>
              <a:defRPr sz="1200">
                <a:solidFill>
                  <a:srgbClr val="9E9E9E"/>
                </a:solidFill>
              </a:defRPr>
            </a:lvl9pPr>
          </a:lstStyle>
          <a:p/>
        </p:txBody>
      </p:sp>
      <p:sp>
        <p:nvSpPr>
          <p:cNvPr id="74" name="Google Shape;74;p17"/>
          <p:cNvSpPr txBox="1"/>
          <p:nvPr>
            <p:ph idx="2" type="body"/>
          </p:nvPr>
        </p:nvSpPr>
        <p:spPr>
          <a:xfrm>
            <a:off x="3771900" y="1639062"/>
            <a:ext cx="3134815" cy="263355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400"/>
              <a:buNone/>
              <a:defRPr b="0" i="0" sz="1400">
                <a:solidFill>
                  <a:schemeClr val="dk1"/>
                </a:solidFill>
                <a:latin typeface="Arial"/>
                <a:ea typeface="Arial"/>
                <a:cs typeface="Arial"/>
                <a:sym typeface="Arial"/>
              </a:defRPr>
            </a:lvl1pPr>
            <a:lvl2pPr indent="-228600" lvl="1" marL="914400" algn="l">
              <a:lnSpc>
                <a:spcPct val="100000"/>
              </a:lnSpc>
              <a:spcBef>
                <a:spcPts val="400"/>
              </a:spcBef>
              <a:spcAft>
                <a:spcPts val="0"/>
              </a:spcAft>
              <a:buSzPts val="1500"/>
              <a:buNone/>
              <a:defRPr sz="1500">
                <a:solidFill>
                  <a:srgbClr val="9E9E9E"/>
                </a:solidFill>
              </a:defRPr>
            </a:lvl2pPr>
            <a:lvl3pPr indent="-228600" lvl="2" marL="1371600" algn="l">
              <a:lnSpc>
                <a:spcPct val="100000"/>
              </a:lnSpc>
              <a:spcBef>
                <a:spcPts val="400"/>
              </a:spcBef>
              <a:spcAft>
                <a:spcPts val="0"/>
              </a:spcAft>
              <a:buSzPts val="1400"/>
              <a:buNone/>
              <a:defRPr sz="1400">
                <a:solidFill>
                  <a:srgbClr val="9E9E9E"/>
                </a:solidFill>
              </a:defRPr>
            </a:lvl3pPr>
            <a:lvl4pPr indent="-228600" lvl="3" marL="1828800" algn="l">
              <a:lnSpc>
                <a:spcPct val="90000"/>
              </a:lnSpc>
              <a:spcBef>
                <a:spcPts val="400"/>
              </a:spcBef>
              <a:spcAft>
                <a:spcPts val="0"/>
              </a:spcAft>
              <a:buSzPts val="1200"/>
              <a:buNone/>
              <a:defRPr sz="1200">
                <a:solidFill>
                  <a:srgbClr val="9E9E9E"/>
                </a:solidFill>
              </a:defRPr>
            </a:lvl4pPr>
            <a:lvl5pPr indent="-228600" lvl="4" marL="2286000" algn="l">
              <a:lnSpc>
                <a:spcPct val="90000"/>
              </a:lnSpc>
              <a:spcBef>
                <a:spcPts val="400"/>
              </a:spcBef>
              <a:spcAft>
                <a:spcPts val="0"/>
              </a:spcAft>
              <a:buSzPts val="1200"/>
              <a:buNone/>
              <a:defRPr sz="1200">
                <a:solidFill>
                  <a:srgbClr val="9E9E9E"/>
                </a:solidFill>
              </a:defRPr>
            </a:lvl5pPr>
            <a:lvl6pPr indent="-228600" lvl="5" marL="2743200" algn="l">
              <a:lnSpc>
                <a:spcPct val="90000"/>
              </a:lnSpc>
              <a:spcBef>
                <a:spcPts val="400"/>
              </a:spcBef>
              <a:spcAft>
                <a:spcPts val="0"/>
              </a:spcAft>
              <a:buClr>
                <a:srgbClr val="9E9E9E"/>
              </a:buClr>
              <a:buSzPts val="1200"/>
              <a:buNone/>
              <a:defRPr sz="1200">
                <a:solidFill>
                  <a:srgbClr val="9E9E9E"/>
                </a:solidFill>
              </a:defRPr>
            </a:lvl6pPr>
            <a:lvl7pPr indent="-228600" lvl="6" marL="3200400" algn="l">
              <a:lnSpc>
                <a:spcPct val="90000"/>
              </a:lnSpc>
              <a:spcBef>
                <a:spcPts val="400"/>
              </a:spcBef>
              <a:spcAft>
                <a:spcPts val="0"/>
              </a:spcAft>
              <a:buClr>
                <a:srgbClr val="9E9E9E"/>
              </a:buClr>
              <a:buSzPts val="1200"/>
              <a:buNone/>
              <a:defRPr sz="1200">
                <a:solidFill>
                  <a:srgbClr val="9E9E9E"/>
                </a:solidFill>
              </a:defRPr>
            </a:lvl7pPr>
            <a:lvl8pPr indent="-228600" lvl="7" marL="3657600" algn="l">
              <a:lnSpc>
                <a:spcPct val="90000"/>
              </a:lnSpc>
              <a:spcBef>
                <a:spcPts val="400"/>
              </a:spcBef>
              <a:spcAft>
                <a:spcPts val="0"/>
              </a:spcAft>
              <a:buClr>
                <a:srgbClr val="9E9E9E"/>
              </a:buClr>
              <a:buSzPts val="1200"/>
              <a:buNone/>
              <a:defRPr sz="1200">
                <a:solidFill>
                  <a:srgbClr val="9E9E9E"/>
                </a:solidFill>
              </a:defRPr>
            </a:lvl8pPr>
            <a:lvl9pPr indent="-228600" lvl="8" marL="4114800" algn="l">
              <a:lnSpc>
                <a:spcPct val="90000"/>
              </a:lnSpc>
              <a:spcBef>
                <a:spcPts val="400"/>
              </a:spcBef>
              <a:spcAft>
                <a:spcPts val="0"/>
              </a:spcAft>
              <a:buClr>
                <a:srgbClr val="9E9E9E"/>
              </a:buClr>
              <a:buSzPts val="1200"/>
              <a:buNone/>
              <a:defRPr sz="1200">
                <a:solidFill>
                  <a:srgbClr val="9E9E9E"/>
                </a:solidFill>
              </a:defRPr>
            </a:lvl9pPr>
          </a:lstStyle>
          <a:p/>
        </p:txBody>
      </p:sp>
      <p:sp>
        <p:nvSpPr>
          <p:cNvPr id="75" name="Google Shape;75;p17"/>
          <p:cNvSpPr txBox="1"/>
          <p:nvPr>
            <p:ph type="title"/>
          </p:nvPr>
        </p:nvSpPr>
        <p:spPr>
          <a:xfrm>
            <a:off x="427101" y="990600"/>
            <a:ext cx="7886700" cy="537063"/>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rgbClr val="005BBB"/>
              </a:buClr>
              <a:buSzPts val="2700"/>
              <a:buFont typeface="Georgia"/>
              <a:buNone/>
              <a:defRPr sz="2700">
                <a:solidFill>
                  <a:srgbClr val="005BBB"/>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ed List">
  <p:cSld name="Bulleted List">
    <p:spTree>
      <p:nvGrpSpPr>
        <p:cNvPr id="76" name="Shape 76"/>
        <p:cNvGrpSpPr/>
        <p:nvPr/>
      </p:nvGrpSpPr>
      <p:grpSpPr>
        <a:xfrm>
          <a:off x="0" y="0"/>
          <a:ext cx="0" cy="0"/>
          <a:chOff x="0" y="0"/>
          <a:chExt cx="0" cy="0"/>
        </a:xfrm>
      </p:grpSpPr>
      <p:sp>
        <p:nvSpPr>
          <p:cNvPr id="77" name="Google Shape;77;p18"/>
          <p:cNvSpPr txBox="1"/>
          <p:nvPr>
            <p:ph idx="1" type="body"/>
          </p:nvPr>
        </p:nvSpPr>
        <p:spPr>
          <a:xfrm>
            <a:off x="425196" y="1639062"/>
            <a:ext cx="6418318" cy="2799319"/>
          </a:xfrm>
          <a:prstGeom prst="rect">
            <a:avLst/>
          </a:prstGeom>
          <a:noFill/>
          <a:ln>
            <a:noFill/>
          </a:ln>
        </p:spPr>
        <p:txBody>
          <a:bodyPr anchorCtr="0" anchor="t" bIns="34275" lIns="137150" spcFirstLastPara="1" rIns="137150" wrap="square" tIns="34275">
            <a:noAutofit/>
          </a:bodyPr>
          <a:lstStyle>
            <a:lvl1pPr indent="-330200" lvl="0" marL="457200" marR="0" algn="l">
              <a:lnSpc>
                <a:spcPct val="100000"/>
              </a:lnSpc>
              <a:spcBef>
                <a:spcPts val="800"/>
              </a:spcBef>
              <a:spcAft>
                <a:spcPts val="0"/>
              </a:spcAft>
              <a:buClr>
                <a:srgbClr val="005BBB"/>
              </a:buClr>
              <a:buSzPts val="1600"/>
              <a:buFont typeface="Arial"/>
              <a:buChar char="•"/>
              <a:defRPr b="0" i="0" sz="1500">
                <a:solidFill>
                  <a:schemeClr val="dk1"/>
                </a:solidFill>
                <a:latin typeface="Arial"/>
                <a:ea typeface="Arial"/>
                <a:cs typeface="Arial"/>
                <a:sym typeface="Arial"/>
              </a:defRPr>
            </a:lvl1pPr>
            <a:lvl2pPr indent="-228600" lvl="1" marL="914400" algn="l">
              <a:lnSpc>
                <a:spcPct val="100000"/>
              </a:lnSpc>
              <a:spcBef>
                <a:spcPts val="400"/>
              </a:spcBef>
              <a:spcAft>
                <a:spcPts val="0"/>
              </a:spcAft>
              <a:buSzPts val="1500"/>
              <a:buNone/>
              <a:defRPr sz="1500">
                <a:solidFill>
                  <a:srgbClr val="9E9E9E"/>
                </a:solidFill>
              </a:defRPr>
            </a:lvl2pPr>
            <a:lvl3pPr indent="-228600" lvl="2" marL="1371600" algn="l">
              <a:lnSpc>
                <a:spcPct val="100000"/>
              </a:lnSpc>
              <a:spcBef>
                <a:spcPts val="400"/>
              </a:spcBef>
              <a:spcAft>
                <a:spcPts val="0"/>
              </a:spcAft>
              <a:buSzPts val="1400"/>
              <a:buNone/>
              <a:defRPr sz="1400">
                <a:solidFill>
                  <a:srgbClr val="9E9E9E"/>
                </a:solidFill>
              </a:defRPr>
            </a:lvl3pPr>
            <a:lvl4pPr indent="-228600" lvl="3" marL="1828800" algn="l">
              <a:lnSpc>
                <a:spcPct val="90000"/>
              </a:lnSpc>
              <a:spcBef>
                <a:spcPts val="400"/>
              </a:spcBef>
              <a:spcAft>
                <a:spcPts val="0"/>
              </a:spcAft>
              <a:buSzPts val="1200"/>
              <a:buNone/>
              <a:defRPr sz="1200">
                <a:solidFill>
                  <a:srgbClr val="9E9E9E"/>
                </a:solidFill>
              </a:defRPr>
            </a:lvl4pPr>
            <a:lvl5pPr indent="-228600" lvl="4" marL="2286000" algn="l">
              <a:lnSpc>
                <a:spcPct val="90000"/>
              </a:lnSpc>
              <a:spcBef>
                <a:spcPts val="400"/>
              </a:spcBef>
              <a:spcAft>
                <a:spcPts val="0"/>
              </a:spcAft>
              <a:buSzPts val="1200"/>
              <a:buNone/>
              <a:defRPr sz="1200">
                <a:solidFill>
                  <a:srgbClr val="9E9E9E"/>
                </a:solidFill>
              </a:defRPr>
            </a:lvl5pPr>
            <a:lvl6pPr indent="-228600" lvl="5" marL="2743200" algn="l">
              <a:lnSpc>
                <a:spcPct val="90000"/>
              </a:lnSpc>
              <a:spcBef>
                <a:spcPts val="400"/>
              </a:spcBef>
              <a:spcAft>
                <a:spcPts val="0"/>
              </a:spcAft>
              <a:buClr>
                <a:srgbClr val="9E9E9E"/>
              </a:buClr>
              <a:buSzPts val="1200"/>
              <a:buNone/>
              <a:defRPr sz="1200">
                <a:solidFill>
                  <a:srgbClr val="9E9E9E"/>
                </a:solidFill>
              </a:defRPr>
            </a:lvl6pPr>
            <a:lvl7pPr indent="-228600" lvl="6" marL="3200400" algn="l">
              <a:lnSpc>
                <a:spcPct val="90000"/>
              </a:lnSpc>
              <a:spcBef>
                <a:spcPts val="400"/>
              </a:spcBef>
              <a:spcAft>
                <a:spcPts val="0"/>
              </a:spcAft>
              <a:buClr>
                <a:srgbClr val="9E9E9E"/>
              </a:buClr>
              <a:buSzPts val="1200"/>
              <a:buNone/>
              <a:defRPr sz="1200">
                <a:solidFill>
                  <a:srgbClr val="9E9E9E"/>
                </a:solidFill>
              </a:defRPr>
            </a:lvl7pPr>
            <a:lvl8pPr indent="-228600" lvl="7" marL="3657600" algn="l">
              <a:lnSpc>
                <a:spcPct val="90000"/>
              </a:lnSpc>
              <a:spcBef>
                <a:spcPts val="400"/>
              </a:spcBef>
              <a:spcAft>
                <a:spcPts val="0"/>
              </a:spcAft>
              <a:buClr>
                <a:srgbClr val="9E9E9E"/>
              </a:buClr>
              <a:buSzPts val="1200"/>
              <a:buNone/>
              <a:defRPr sz="1200">
                <a:solidFill>
                  <a:srgbClr val="9E9E9E"/>
                </a:solidFill>
              </a:defRPr>
            </a:lvl8pPr>
            <a:lvl9pPr indent="-228600" lvl="8" marL="4114800" algn="l">
              <a:lnSpc>
                <a:spcPct val="90000"/>
              </a:lnSpc>
              <a:spcBef>
                <a:spcPts val="400"/>
              </a:spcBef>
              <a:spcAft>
                <a:spcPts val="0"/>
              </a:spcAft>
              <a:buClr>
                <a:srgbClr val="9E9E9E"/>
              </a:buClr>
              <a:buSzPts val="1200"/>
              <a:buNone/>
              <a:defRPr sz="1200">
                <a:solidFill>
                  <a:srgbClr val="9E9E9E"/>
                </a:solidFill>
              </a:defRPr>
            </a:lvl9pPr>
          </a:lstStyle>
          <a:p/>
        </p:txBody>
      </p:sp>
      <p:sp>
        <p:nvSpPr>
          <p:cNvPr id="78" name="Google Shape;78;p18"/>
          <p:cNvSpPr txBox="1"/>
          <p:nvPr>
            <p:ph type="title"/>
          </p:nvPr>
        </p:nvSpPr>
        <p:spPr>
          <a:xfrm>
            <a:off x="427101" y="990600"/>
            <a:ext cx="7886700" cy="537063"/>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rgbClr val="005BBB"/>
              </a:buClr>
              <a:buSzPts val="2700"/>
              <a:buFont typeface="Georgia"/>
              <a:buNone/>
              <a:defRPr sz="2700">
                <a:solidFill>
                  <a:srgbClr val="005BBB"/>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3 level Bullet List">
  <p:cSld name=" 3 level Bullet List">
    <p:spTree>
      <p:nvGrpSpPr>
        <p:cNvPr id="79" name="Shape 79"/>
        <p:cNvGrpSpPr/>
        <p:nvPr/>
      </p:nvGrpSpPr>
      <p:grpSpPr>
        <a:xfrm>
          <a:off x="0" y="0"/>
          <a:ext cx="0" cy="0"/>
          <a:chOff x="0" y="0"/>
          <a:chExt cx="0" cy="0"/>
        </a:xfrm>
      </p:grpSpPr>
      <p:sp>
        <p:nvSpPr>
          <p:cNvPr id="80" name="Google Shape;80;p19"/>
          <p:cNvSpPr txBox="1"/>
          <p:nvPr>
            <p:ph type="title"/>
          </p:nvPr>
        </p:nvSpPr>
        <p:spPr>
          <a:xfrm>
            <a:off x="427101" y="990600"/>
            <a:ext cx="7886700" cy="537063"/>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rgbClr val="005BBB"/>
              </a:buClr>
              <a:buSzPts val="2700"/>
              <a:buFont typeface="Georgia"/>
              <a:buNone/>
              <a:defRPr sz="2700">
                <a:solidFill>
                  <a:srgbClr val="005BBB"/>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p19"/>
          <p:cNvSpPr txBox="1"/>
          <p:nvPr>
            <p:ph idx="1" type="body"/>
          </p:nvPr>
        </p:nvSpPr>
        <p:spPr>
          <a:xfrm>
            <a:off x="425196" y="1639062"/>
            <a:ext cx="7259240" cy="2886075"/>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Clr>
                <a:srgbClr val="005BBB"/>
              </a:buClr>
              <a:buSzPts val="1300"/>
              <a:buFont typeface="Arial"/>
              <a:buNone/>
              <a:defRPr b="1" sz="1300">
                <a:solidFill>
                  <a:srgbClr val="005BBB"/>
                </a:solidFill>
                <a:latin typeface="Arial"/>
                <a:ea typeface="Arial"/>
                <a:cs typeface="Arial"/>
                <a:sym typeface="Arial"/>
              </a:defRPr>
            </a:lvl1pPr>
            <a:lvl2pPr indent="-323850" lvl="1" marL="914400" algn="l">
              <a:lnSpc>
                <a:spcPct val="100000"/>
              </a:lnSpc>
              <a:spcBef>
                <a:spcPts val="400"/>
              </a:spcBef>
              <a:spcAft>
                <a:spcPts val="0"/>
              </a:spcAft>
              <a:buClr>
                <a:srgbClr val="005BBB"/>
              </a:buClr>
              <a:buSzPts val="1500"/>
              <a:buFont typeface="Arial"/>
              <a:buChar char="•"/>
              <a:defRPr sz="1500">
                <a:solidFill>
                  <a:schemeClr val="dk1"/>
                </a:solidFill>
                <a:latin typeface="Arial"/>
                <a:ea typeface="Arial"/>
                <a:cs typeface="Arial"/>
                <a:sym typeface="Arial"/>
              </a:defRPr>
            </a:lvl2pPr>
            <a:lvl3pPr indent="-323850" lvl="2" marL="1371600" marR="0" algn="l">
              <a:lnSpc>
                <a:spcPct val="100000"/>
              </a:lnSpc>
              <a:spcBef>
                <a:spcPts val="400"/>
              </a:spcBef>
              <a:spcAft>
                <a:spcPts val="0"/>
              </a:spcAft>
              <a:buClr>
                <a:srgbClr val="005BBB"/>
              </a:buClr>
              <a:buSzPts val="1500"/>
              <a:buFont typeface="Merriweather Sans"/>
              <a:buChar char="-"/>
              <a:defRPr sz="1500">
                <a:solidFill>
                  <a:schemeClr val="dk1"/>
                </a:solidFill>
                <a:latin typeface="Arial"/>
                <a:ea typeface="Arial"/>
                <a:cs typeface="Arial"/>
                <a:sym typeface="Arial"/>
              </a:defRPr>
            </a:lvl3pPr>
            <a:lvl4pPr indent="-317500" lvl="3" marL="1828800" algn="l">
              <a:lnSpc>
                <a:spcPct val="90000"/>
              </a:lnSpc>
              <a:spcBef>
                <a:spcPts val="400"/>
              </a:spcBef>
              <a:spcAft>
                <a:spcPts val="0"/>
              </a:spcAft>
              <a:buClr>
                <a:srgbClr val="005BBB"/>
              </a:buClr>
              <a:buSzPts val="1400"/>
              <a:buChar char="•"/>
              <a:defRPr>
                <a:solidFill>
                  <a:srgbClr val="666666"/>
                </a:solidFill>
                <a:latin typeface="Arial"/>
                <a:ea typeface="Arial"/>
                <a:cs typeface="Arial"/>
                <a:sym typeface="Arial"/>
              </a:defRPr>
            </a:lvl4pPr>
            <a:lvl5pPr indent="-317500" lvl="4" marL="2286000" algn="l">
              <a:lnSpc>
                <a:spcPct val="90000"/>
              </a:lnSpc>
              <a:spcBef>
                <a:spcPts val="400"/>
              </a:spcBef>
              <a:spcAft>
                <a:spcPts val="0"/>
              </a:spcAft>
              <a:buClr>
                <a:srgbClr val="005BBB"/>
              </a:buClr>
              <a:buSzPts val="1400"/>
              <a:buChar char="•"/>
              <a:defRPr>
                <a:solidFill>
                  <a:srgbClr val="666666"/>
                </a:solidFill>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Photo">
  <p:cSld name="Text and Photo">
    <p:spTree>
      <p:nvGrpSpPr>
        <p:cNvPr id="82" name="Shape 82"/>
        <p:cNvGrpSpPr/>
        <p:nvPr/>
      </p:nvGrpSpPr>
      <p:grpSpPr>
        <a:xfrm>
          <a:off x="0" y="0"/>
          <a:ext cx="0" cy="0"/>
          <a:chOff x="0" y="0"/>
          <a:chExt cx="0" cy="0"/>
        </a:xfrm>
      </p:grpSpPr>
      <p:sp>
        <p:nvSpPr>
          <p:cNvPr id="83" name="Google Shape;83;p20"/>
          <p:cNvSpPr/>
          <p:nvPr>
            <p:ph idx="2" type="pic"/>
          </p:nvPr>
        </p:nvSpPr>
        <p:spPr>
          <a:xfrm>
            <a:off x="3823925" y="697706"/>
            <a:ext cx="5320076" cy="4448175"/>
          </a:xfrm>
          <a:prstGeom prst="rect">
            <a:avLst/>
          </a:prstGeom>
          <a:solidFill>
            <a:srgbClr val="BFBFBF"/>
          </a:solidFill>
          <a:ln>
            <a:noFill/>
          </a:ln>
        </p:spPr>
      </p:sp>
      <p:sp>
        <p:nvSpPr>
          <p:cNvPr id="84" name="Google Shape;84;p20"/>
          <p:cNvSpPr txBox="1"/>
          <p:nvPr>
            <p:ph type="title"/>
          </p:nvPr>
        </p:nvSpPr>
        <p:spPr>
          <a:xfrm>
            <a:off x="427101" y="990600"/>
            <a:ext cx="3201490" cy="537063"/>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rgbClr val="005BBB"/>
              </a:buClr>
              <a:buSzPts val="2700"/>
              <a:buFont typeface="Georgia"/>
              <a:buNone/>
              <a:defRPr sz="2700">
                <a:solidFill>
                  <a:srgbClr val="005BBB"/>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5" name="Google Shape;85;p20"/>
          <p:cNvSpPr txBox="1"/>
          <p:nvPr>
            <p:ph idx="1" type="body"/>
          </p:nvPr>
        </p:nvSpPr>
        <p:spPr>
          <a:xfrm>
            <a:off x="427102" y="1641947"/>
            <a:ext cx="3001899" cy="2076245"/>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400"/>
              <a:buNone/>
              <a:defRPr b="0" i="0" sz="1400">
                <a:solidFill>
                  <a:schemeClr val="dk1"/>
                </a:solidFill>
                <a:latin typeface="Arial"/>
                <a:ea typeface="Arial"/>
                <a:cs typeface="Arial"/>
                <a:sym typeface="Arial"/>
              </a:defRPr>
            </a:lvl1pPr>
            <a:lvl2pPr indent="-228600" lvl="1" marL="914400" algn="l">
              <a:lnSpc>
                <a:spcPct val="100000"/>
              </a:lnSpc>
              <a:spcBef>
                <a:spcPts val="400"/>
              </a:spcBef>
              <a:spcAft>
                <a:spcPts val="0"/>
              </a:spcAft>
              <a:buSzPts val="1500"/>
              <a:buNone/>
              <a:defRPr sz="1500">
                <a:solidFill>
                  <a:srgbClr val="9E9E9E"/>
                </a:solidFill>
              </a:defRPr>
            </a:lvl2pPr>
            <a:lvl3pPr indent="-228600" lvl="2" marL="1371600" algn="l">
              <a:lnSpc>
                <a:spcPct val="100000"/>
              </a:lnSpc>
              <a:spcBef>
                <a:spcPts val="400"/>
              </a:spcBef>
              <a:spcAft>
                <a:spcPts val="0"/>
              </a:spcAft>
              <a:buSzPts val="1400"/>
              <a:buNone/>
              <a:defRPr sz="1400">
                <a:solidFill>
                  <a:srgbClr val="9E9E9E"/>
                </a:solidFill>
              </a:defRPr>
            </a:lvl3pPr>
            <a:lvl4pPr indent="-228600" lvl="3" marL="1828800" algn="l">
              <a:lnSpc>
                <a:spcPct val="90000"/>
              </a:lnSpc>
              <a:spcBef>
                <a:spcPts val="400"/>
              </a:spcBef>
              <a:spcAft>
                <a:spcPts val="0"/>
              </a:spcAft>
              <a:buSzPts val="1200"/>
              <a:buNone/>
              <a:defRPr sz="1200">
                <a:solidFill>
                  <a:srgbClr val="9E9E9E"/>
                </a:solidFill>
              </a:defRPr>
            </a:lvl4pPr>
            <a:lvl5pPr indent="-228600" lvl="4" marL="2286000" algn="l">
              <a:lnSpc>
                <a:spcPct val="90000"/>
              </a:lnSpc>
              <a:spcBef>
                <a:spcPts val="400"/>
              </a:spcBef>
              <a:spcAft>
                <a:spcPts val="0"/>
              </a:spcAft>
              <a:buSzPts val="1200"/>
              <a:buNone/>
              <a:defRPr sz="1200">
                <a:solidFill>
                  <a:srgbClr val="9E9E9E"/>
                </a:solidFill>
              </a:defRPr>
            </a:lvl5pPr>
            <a:lvl6pPr indent="-228600" lvl="5" marL="2743200" algn="l">
              <a:lnSpc>
                <a:spcPct val="90000"/>
              </a:lnSpc>
              <a:spcBef>
                <a:spcPts val="400"/>
              </a:spcBef>
              <a:spcAft>
                <a:spcPts val="0"/>
              </a:spcAft>
              <a:buClr>
                <a:srgbClr val="9E9E9E"/>
              </a:buClr>
              <a:buSzPts val="1200"/>
              <a:buNone/>
              <a:defRPr sz="1200">
                <a:solidFill>
                  <a:srgbClr val="9E9E9E"/>
                </a:solidFill>
              </a:defRPr>
            </a:lvl6pPr>
            <a:lvl7pPr indent="-228600" lvl="6" marL="3200400" algn="l">
              <a:lnSpc>
                <a:spcPct val="90000"/>
              </a:lnSpc>
              <a:spcBef>
                <a:spcPts val="400"/>
              </a:spcBef>
              <a:spcAft>
                <a:spcPts val="0"/>
              </a:spcAft>
              <a:buClr>
                <a:srgbClr val="9E9E9E"/>
              </a:buClr>
              <a:buSzPts val="1200"/>
              <a:buNone/>
              <a:defRPr sz="1200">
                <a:solidFill>
                  <a:srgbClr val="9E9E9E"/>
                </a:solidFill>
              </a:defRPr>
            </a:lvl7pPr>
            <a:lvl8pPr indent="-228600" lvl="7" marL="3657600" algn="l">
              <a:lnSpc>
                <a:spcPct val="90000"/>
              </a:lnSpc>
              <a:spcBef>
                <a:spcPts val="400"/>
              </a:spcBef>
              <a:spcAft>
                <a:spcPts val="0"/>
              </a:spcAft>
              <a:buClr>
                <a:srgbClr val="9E9E9E"/>
              </a:buClr>
              <a:buSzPts val="1200"/>
              <a:buNone/>
              <a:defRPr sz="1200">
                <a:solidFill>
                  <a:srgbClr val="9E9E9E"/>
                </a:solidFill>
              </a:defRPr>
            </a:lvl8pPr>
            <a:lvl9pPr indent="-228600" lvl="8" marL="4114800" algn="l">
              <a:lnSpc>
                <a:spcPct val="90000"/>
              </a:lnSpc>
              <a:spcBef>
                <a:spcPts val="400"/>
              </a:spcBef>
              <a:spcAft>
                <a:spcPts val="0"/>
              </a:spcAft>
              <a:buClr>
                <a:srgbClr val="9E9E9E"/>
              </a:buClr>
              <a:buSzPts val="1200"/>
              <a:buNone/>
              <a:defRPr sz="1200">
                <a:solidFill>
                  <a:srgbClr val="9E9E9E"/>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3 Photos">
  <p:cSld name="Text and 3 Photos">
    <p:spTree>
      <p:nvGrpSpPr>
        <p:cNvPr id="86" name="Shape 86"/>
        <p:cNvGrpSpPr/>
        <p:nvPr/>
      </p:nvGrpSpPr>
      <p:grpSpPr>
        <a:xfrm>
          <a:off x="0" y="0"/>
          <a:ext cx="0" cy="0"/>
          <a:chOff x="0" y="0"/>
          <a:chExt cx="0" cy="0"/>
        </a:xfrm>
      </p:grpSpPr>
      <p:sp>
        <p:nvSpPr>
          <p:cNvPr id="87" name="Google Shape;87;p21"/>
          <p:cNvSpPr/>
          <p:nvPr>
            <p:ph idx="2" type="pic"/>
          </p:nvPr>
        </p:nvSpPr>
        <p:spPr>
          <a:xfrm>
            <a:off x="3835973" y="701040"/>
            <a:ext cx="5308027" cy="2298509"/>
          </a:xfrm>
          <a:prstGeom prst="rect">
            <a:avLst/>
          </a:prstGeom>
          <a:solidFill>
            <a:srgbClr val="BFBFBF"/>
          </a:solidFill>
          <a:ln cap="flat" cmpd="sng" w="9525">
            <a:solidFill>
              <a:schemeClr val="lt1"/>
            </a:solidFill>
            <a:prstDash val="solid"/>
            <a:round/>
            <a:headEnd len="sm" w="sm" type="none"/>
            <a:tailEnd len="sm" w="sm" type="none"/>
          </a:ln>
        </p:spPr>
      </p:sp>
      <p:sp>
        <p:nvSpPr>
          <p:cNvPr id="88" name="Google Shape;88;p21"/>
          <p:cNvSpPr txBox="1"/>
          <p:nvPr>
            <p:ph type="title"/>
          </p:nvPr>
        </p:nvSpPr>
        <p:spPr>
          <a:xfrm>
            <a:off x="427101" y="990600"/>
            <a:ext cx="3201490" cy="537063"/>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rgbClr val="005BBB"/>
              </a:buClr>
              <a:buSzPts val="2700"/>
              <a:buFont typeface="Georgia"/>
              <a:buNone/>
              <a:defRPr sz="2700">
                <a:solidFill>
                  <a:srgbClr val="005BBB"/>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9" name="Google Shape;89;p21"/>
          <p:cNvSpPr/>
          <p:nvPr>
            <p:ph idx="3" type="pic"/>
          </p:nvPr>
        </p:nvSpPr>
        <p:spPr>
          <a:xfrm>
            <a:off x="3835973" y="2998722"/>
            <a:ext cx="2701892" cy="2143125"/>
          </a:xfrm>
          <a:prstGeom prst="rect">
            <a:avLst/>
          </a:prstGeom>
          <a:solidFill>
            <a:srgbClr val="BFBFBF"/>
          </a:solidFill>
          <a:ln cap="flat" cmpd="sng" w="9525">
            <a:solidFill>
              <a:schemeClr val="lt1"/>
            </a:solidFill>
            <a:prstDash val="solid"/>
            <a:round/>
            <a:headEnd len="sm" w="sm" type="none"/>
            <a:tailEnd len="sm" w="sm" type="none"/>
          </a:ln>
        </p:spPr>
      </p:sp>
      <p:sp>
        <p:nvSpPr>
          <p:cNvPr id="90" name="Google Shape;90;p21"/>
          <p:cNvSpPr/>
          <p:nvPr>
            <p:ph idx="4" type="pic"/>
          </p:nvPr>
        </p:nvSpPr>
        <p:spPr>
          <a:xfrm>
            <a:off x="6525817" y="2998722"/>
            <a:ext cx="2618184" cy="2143125"/>
          </a:xfrm>
          <a:prstGeom prst="rect">
            <a:avLst/>
          </a:prstGeom>
          <a:solidFill>
            <a:srgbClr val="BFBFBF"/>
          </a:solidFill>
          <a:ln cap="flat" cmpd="sng" w="9525">
            <a:solidFill>
              <a:schemeClr val="lt1"/>
            </a:solidFill>
            <a:prstDash val="solid"/>
            <a:round/>
            <a:headEnd len="sm" w="sm" type="none"/>
            <a:tailEnd len="sm" w="sm" type="none"/>
          </a:ln>
        </p:spPr>
      </p:sp>
      <p:sp>
        <p:nvSpPr>
          <p:cNvPr id="91" name="Google Shape;91;p21"/>
          <p:cNvSpPr txBox="1"/>
          <p:nvPr>
            <p:ph idx="1" type="body"/>
          </p:nvPr>
        </p:nvSpPr>
        <p:spPr>
          <a:xfrm>
            <a:off x="427102" y="1641947"/>
            <a:ext cx="3001899" cy="2076245"/>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400"/>
              <a:buNone/>
              <a:defRPr b="0" i="0" sz="1400">
                <a:solidFill>
                  <a:schemeClr val="dk1"/>
                </a:solidFill>
                <a:latin typeface="Arial"/>
                <a:ea typeface="Arial"/>
                <a:cs typeface="Arial"/>
                <a:sym typeface="Arial"/>
              </a:defRPr>
            </a:lvl1pPr>
            <a:lvl2pPr indent="-228600" lvl="1" marL="914400" algn="l">
              <a:lnSpc>
                <a:spcPct val="100000"/>
              </a:lnSpc>
              <a:spcBef>
                <a:spcPts val="400"/>
              </a:spcBef>
              <a:spcAft>
                <a:spcPts val="0"/>
              </a:spcAft>
              <a:buSzPts val="1500"/>
              <a:buNone/>
              <a:defRPr sz="1500">
                <a:solidFill>
                  <a:srgbClr val="9E9E9E"/>
                </a:solidFill>
              </a:defRPr>
            </a:lvl2pPr>
            <a:lvl3pPr indent="-228600" lvl="2" marL="1371600" algn="l">
              <a:lnSpc>
                <a:spcPct val="100000"/>
              </a:lnSpc>
              <a:spcBef>
                <a:spcPts val="400"/>
              </a:spcBef>
              <a:spcAft>
                <a:spcPts val="0"/>
              </a:spcAft>
              <a:buSzPts val="1400"/>
              <a:buNone/>
              <a:defRPr sz="1400">
                <a:solidFill>
                  <a:srgbClr val="9E9E9E"/>
                </a:solidFill>
              </a:defRPr>
            </a:lvl3pPr>
            <a:lvl4pPr indent="-228600" lvl="3" marL="1828800" algn="l">
              <a:lnSpc>
                <a:spcPct val="90000"/>
              </a:lnSpc>
              <a:spcBef>
                <a:spcPts val="400"/>
              </a:spcBef>
              <a:spcAft>
                <a:spcPts val="0"/>
              </a:spcAft>
              <a:buSzPts val="1200"/>
              <a:buNone/>
              <a:defRPr sz="1200">
                <a:solidFill>
                  <a:srgbClr val="9E9E9E"/>
                </a:solidFill>
              </a:defRPr>
            </a:lvl4pPr>
            <a:lvl5pPr indent="-228600" lvl="4" marL="2286000" algn="l">
              <a:lnSpc>
                <a:spcPct val="90000"/>
              </a:lnSpc>
              <a:spcBef>
                <a:spcPts val="400"/>
              </a:spcBef>
              <a:spcAft>
                <a:spcPts val="0"/>
              </a:spcAft>
              <a:buSzPts val="1200"/>
              <a:buNone/>
              <a:defRPr sz="1200">
                <a:solidFill>
                  <a:srgbClr val="9E9E9E"/>
                </a:solidFill>
              </a:defRPr>
            </a:lvl5pPr>
            <a:lvl6pPr indent="-228600" lvl="5" marL="2743200" algn="l">
              <a:lnSpc>
                <a:spcPct val="90000"/>
              </a:lnSpc>
              <a:spcBef>
                <a:spcPts val="400"/>
              </a:spcBef>
              <a:spcAft>
                <a:spcPts val="0"/>
              </a:spcAft>
              <a:buClr>
                <a:srgbClr val="9E9E9E"/>
              </a:buClr>
              <a:buSzPts val="1200"/>
              <a:buNone/>
              <a:defRPr sz="1200">
                <a:solidFill>
                  <a:srgbClr val="9E9E9E"/>
                </a:solidFill>
              </a:defRPr>
            </a:lvl6pPr>
            <a:lvl7pPr indent="-228600" lvl="6" marL="3200400" algn="l">
              <a:lnSpc>
                <a:spcPct val="90000"/>
              </a:lnSpc>
              <a:spcBef>
                <a:spcPts val="400"/>
              </a:spcBef>
              <a:spcAft>
                <a:spcPts val="0"/>
              </a:spcAft>
              <a:buClr>
                <a:srgbClr val="9E9E9E"/>
              </a:buClr>
              <a:buSzPts val="1200"/>
              <a:buNone/>
              <a:defRPr sz="1200">
                <a:solidFill>
                  <a:srgbClr val="9E9E9E"/>
                </a:solidFill>
              </a:defRPr>
            </a:lvl7pPr>
            <a:lvl8pPr indent="-228600" lvl="7" marL="3657600" algn="l">
              <a:lnSpc>
                <a:spcPct val="90000"/>
              </a:lnSpc>
              <a:spcBef>
                <a:spcPts val="400"/>
              </a:spcBef>
              <a:spcAft>
                <a:spcPts val="0"/>
              </a:spcAft>
              <a:buClr>
                <a:srgbClr val="9E9E9E"/>
              </a:buClr>
              <a:buSzPts val="1200"/>
              <a:buNone/>
              <a:defRPr sz="1200">
                <a:solidFill>
                  <a:srgbClr val="9E9E9E"/>
                </a:solidFill>
              </a:defRPr>
            </a:lvl8pPr>
            <a:lvl9pPr indent="-228600" lvl="8" marL="4114800" algn="l">
              <a:lnSpc>
                <a:spcPct val="90000"/>
              </a:lnSpc>
              <a:spcBef>
                <a:spcPts val="400"/>
              </a:spcBef>
              <a:spcAft>
                <a:spcPts val="0"/>
              </a:spcAft>
              <a:buClr>
                <a:srgbClr val="9E9E9E"/>
              </a:buClr>
              <a:buSzPts val="1200"/>
              <a:buNone/>
              <a:defRPr sz="1200">
                <a:solidFill>
                  <a:srgbClr val="9E9E9E"/>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Width Photo">
  <p:cSld name="Full Width Photo">
    <p:spTree>
      <p:nvGrpSpPr>
        <p:cNvPr id="92" name="Shape 92"/>
        <p:cNvGrpSpPr/>
        <p:nvPr/>
      </p:nvGrpSpPr>
      <p:grpSpPr>
        <a:xfrm>
          <a:off x="0" y="0"/>
          <a:ext cx="0" cy="0"/>
          <a:chOff x="0" y="0"/>
          <a:chExt cx="0" cy="0"/>
        </a:xfrm>
      </p:grpSpPr>
      <p:sp>
        <p:nvSpPr>
          <p:cNvPr id="93" name="Google Shape;93;p22"/>
          <p:cNvSpPr/>
          <p:nvPr>
            <p:ph idx="2" type="pic"/>
          </p:nvPr>
        </p:nvSpPr>
        <p:spPr>
          <a:xfrm>
            <a:off x="0" y="695325"/>
            <a:ext cx="9144000" cy="4448175"/>
          </a:xfrm>
          <a:prstGeom prst="rect">
            <a:avLst/>
          </a:prstGeom>
          <a:solidFill>
            <a:srgbClr val="BFBFBF"/>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Chart">
  <p:cSld name="Text and Chart">
    <p:spTree>
      <p:nvGrpSpPr>
        <p:cNvPr id="94" name="Shape 94"/>
        <p:cNvGrpSpPr/>
        <p:nvPr/>
      </p:nvGrpSpPr>
      <p:grpSpPr>
        <a:xfrm>
          <a:off x="0" y="0"/>
          <a:ext cx="0" cy="0"/>
          <a:chOff x="0" y="0"/>
          <a:chExt cx="0" cy="0"/>
        </a:xfrm>
      </p:grpSpPr>
      <p:sp>
        <p:nvSpPr>
          <p:cNvPr id="95" name="Google Shape;95;p23"/>
          <p:cNvSpPr/>
          <p:nvPr>
            <p:ph idx="2" type="chart"/>
          </p:nvPr>
        </p:nvSpPr>
        <p:spPr>
          <a:xfrm>
            <a:off x="3824240" y="990600"/>
            <a:ext cx="4791075" cy="3349229"/>
          </a:xfrm>
          <a:prstGeom prst="rect">
            <a:avLst/>
          </a:prstGeom>
          <a:solidFill>
            <a:srgbClr val="BFBFBF"/>
          </a:solidFill>
          <a:ln>
            <a:noFill/>
          </a:ln>
        </p:spPr>
        <p:txBody>
          <a:bodyPr anchorCtr="0" anchor="t" bIns="34275" lIns="68575" spcFirstLastPara="1" rIns="68575" wrap="square" tIns="34275">
            <a:noAutofit/>
          </a:bodyPr>
          <a:lstStyle>
            <a:lvl1pPr lvl="0" marR="0" rtl="0" algn="ctr">
              <a:lnSpc>
                <a:spcPct val="90000"/>
              </a:lnSpc>
              <a:spcBef>
                <a:spcPts val="8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lvl="1" marR="0" rtl="0" algn="l">
              <a:lnSpc>
                <a:spcPct val="100000"/>
              </a:lnSpc>
              <a:spcBef>
                <a:spcPts val="400"/>
              </a:spcBef>
              <a:spcAft>
                <a:spcPts val="0"/>
              </a:spcAft>
              <a:buClr>
                <a:srgbClr val="005BBB"/>
              </a:buClr>
              <a:buSzPts val="1500"/>
              <a:buFont typeface="Arial"/>
              <a:buChar char="•"/>
              <a:defRPr b="0" i="0" sz="15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rgbClr val="005BBB"/>
              </a:buClr>
              <a:buSzPts val="1400"/>
              <a:buFont typeface="Merriweather Sans"/>
              <a:buChar char="-"/>
              <a:defRPr b="0" i="0" sz="1400" u="none" cap="none" strike="noStrike">
                <a:solidFill>
                  <a:schemeClr val="dk1"/>
                </a:solidFill>
                <a:latin typeface="Arial"/>
                <a:ea typeface="Arial"/>
                <a:cs typeface="Arial"/>
                <a:sym typeface="Arial"/>
              </a:defRPr>
            </a:lvl3pPr>
            <a:lvl4pPr lvl="3" marR="0" rtl="0" algn="l">
              <a:lnSpc>
                <a:spcPct val="90000"/>
              </a:lnSpc>
              <a:spcBef>
                <a:spcPts val="400"/>
              </a:spcBef>
              <a:spcAft>
                <a:spcPts val="0"/>
              </a:spcAft>
              <a:buClr>
                <a:srgbClr val="005BBB"/>
              </a:buClr>
              <a:buSzPts val="1400"/>
              <a:buFont typeface="Arial"/>
              <a:buChar char="•"/>
              <a:defRPr b="0" i="0" sz="1400" u="none" cap="none" strike="noStrike">
                <a:solidFill>
                  <a:schemeClr val="dk1"/>
                </a:solidFill>
                <a:latin typeface="Arial"/>
                <a:ea typeface="Arial"/>
                <a:cs typeface="Arial"/>
                <a:sym typeface="Arial"/>
              </a:defRPr>
            </a:lvl4pPr>
            <a:lvl5pPr lvl="4" marR="0" rtl="0" algn="l">
              <a:lnSpc>
                <a:spcPct val="90000"/>
              </a:lnSpc>
              <a:spcBef>
                <a:spcPts val="400"/>
              </a:spcBef>
              <a:spcAft>
                <a:spcPts val="0"/>
              </a:spcAft>
              <a:buClr>
                <a:srgbClr val="005BBB"/>
              </a:buClr>
              <a:buSzPts val="1400"/>
              <a:buFont typeface="Arial"/>
              <a:buChar char="•"/>
              <a:defRPr b="0" i="0" sz="1400" u="none" cap="none" strike="noStrike">
                <a:solidFill>
                  <a:schemeClr val="dk1"/>
                </a:solidFill>
                <a:latin typeface="Arial"/>
                <a:ea typeface="Arial"/>
                <a:cs typeface="Arial"/>
                <a:sym typeface="Arial"/>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96" name="Google Shape;96;p23"/>
          <p:cNvSpPr txBox="1"/>
          <p:nvPr>
            <p:ph type="title"/>
          </p:nvPr>
        </p:nvSpPr>
        <p:spPr>
          <a:xfrm>
            <a:off x="427101" y="990600"/>
            <a:ext cx="3201490" cy="537063"/>
          </a:xfrm>
          <a:prstGeom prst="rect">
            <a:avLst/>
          </a:prstGeom>
          <a:noFill/>
          <a:ln>
            <a:noFill/>
          </a:ln>
        </p:spPr>
        <p:txBody>
          <a:bodyPr anchorCtr="0" anchor="b" bIns="34275" lIns="68575" spcFirstLastPara="1" rIns="68575" wrap="square" tIns="34275">
            <a:noAutofit/>
          </a:bodyPr>
          <a:lstStyle>
            <a:lvl1pPr lvl="0" algn="l">
              <a:lnSpc>
                <a:spcPct val="80000"/>
              </a:lnSpc>
              <a:spcBef>
                <a:spcPts val="0"/>
              </a:spcBef>
              <a:spcAft>
                <a:spcPts val="0"/>
              </a:spcAft>
              <a:buClr>
                <a:srgbClr val="005BBB"/>
              </a:buClr>
              <a:buSzPts val="2700"/>
              <a:buFont typeface="Georgia"/>
              <a:buNone/>
              <a:defRPr sz="2700">
                <a:solidFill>
                  <a:srgbClr val="005BBB"/>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7" name="Google Shape;97;p23"/>
          <p:cNvSpPr txBox="1"/>
          <p:nvPr>
            <p:ph idx="1" type="body"/>
          </p:nvPr>
        </p:nvSpPr>
        <p:spPr>
          <a:xfrm>
            <a:off x="427102" y="1641947"/>
            <a:ext cx="3001899" cy="2076245"/>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SzPts val="1400"/>
              <a:buNone/>
              <a:defRPr b="0" i="0" sz="1400">
                <a:solidFill>
                  <a:schemeClr val="dk1"/>
                </a:solidFill>
                <a:latin typeface="Arial"/>
                <a:ea typeface="Arial"/>
                <a:cs typeface="Arial"/>
                <a:sym typeface="Arial"/>
              </a:defRPr>
            </a:lvl1pPr>
            <a:lvl2pPr indent="-228600" lvl="1" marL="914400" algn="l">
              <a:lnSpc>
                <a:spcPct val="100000"/>
              </a:lnSpc>
              <a:spcBef>
                <a:spcPts val="400"/>
              </a:spcBef>
              <a:spcAft>
                <a:spcPts val="0"/>
              </a:spcAft>
              <a:buSzPts val="1500"/>
              <a:buNone/>
              <a:defRPr sz="1500">
                <a:solidFill>
                  <a:srgbClr val="9E9E9E"/>
                </a:solidFill>
              </a:defRPr>
            </a:lvl2pPr>
            <a:lvl3pPr indent="-228600" lvl="2" marL="1371600" algn="l">
              <a:lnSpc>
                <a:spcPct val="100000"/>
              </a:lnSpc>
              <a:spcBef>
                <a:spcPts val="400"/>
              </a:spcBef>
              <a:spcAft>
                <a:spcPts val="0"/>
              </a:spcAft>
              <a:buSzPts val="1400"/>
              <a:buNone/>
              <a:defRPr sz="1400">
                <a:solidFill>
                  <a:srgbClr val="9E9E9E"/>
                </a:solidFill>
              </a:defRPr>
            </a:lvl3pPr>
            <a:lvl4pPr indent="-228600" lvl="3" marL="1828800" algn="l">
              <a:lnSpc>
                <a:spcPct val="90000"/>
              </a:lnSpc>
              <a:spcBef>
                <a:spcPts val="400"/>
              </a:spcBef>
              <a:spcAft>
                <a:spcPts val="0"/>
              </a:spcAft>
              <a:buSzPts val="1200"/>
              <a:buNone/>
              <a:defRPr sz="1200">
                <a:solidFill>
                  <a:srgbClr val="9E9E9E"/>
                </a:solidFill>
              </a:defRPr>
            </a:lvl4pPr>
            <a:lvl5pPr indent="-228600" lvl="4" marL="2286000" algn="l">
              <a:lnSpc>
                <a:spcPct val="90000"/>
              </a:lnSpc>
              <a:spcBef>
                <a:spcPts val="400"/>
              </a:spcBef>
              <a:spcAft>
                <a:spcPts val="0"/>
              </a:spcAft>
              <a:buSzPts val="1200"/>
              <a:buNone/>
              <a:defRPr sz="1200">
                <a:solidFill>
                  <a:srgbClr val="9E9E9E"/>
                </a:solidFill>
              </a:defRPr>
            </a:lvl5pPr>
            <a:lvl6pPr indent="-228600" lvl="5" marL="2743200" algn="l">
              <a:lnSpc>
                <a:spcPct val="90000"/>
              </a:lnSpc>
              <a:spcBef>
                <a:spcPts val="400"/>
              </a:spcBef>
              <a:spcAft>
                <a:spcPts val="0"/>
              </a:spcAft>
              <a:buClr>
                <a:srgbClr val="9E9E9E"/>
              </a:buClr>
              <a:buSzPts val="1200"/>
              <a:buNone/>
              <a:defRPr sz="1200">
                <a:solidFill>
                  <a:srgbClr val="9E9E9E"/>
                </a:solidFill>
              </a:defRPr>
            </a:lvl6pPr>
            <a:lvl7pPr indent="-228600" lvl="6" marL="3200400" algn="l">
              <a:lnSpc>
                <a:spcPct val="90000"/>
              </a:lnSpc>
              <a:spcBef>
                <a:spcPts val="400"/>
              </a:spcBef>
              <a:spcAft>
                <a:spcPts val="0"/>
              </a:spcAft>
              <a:buClr>
                <a:srgbClr val="9E9E9E"/>
              </a:buClr>
              <a:buSzPts val="1200"/>
              <a:buNone/>
              <a:defRPr sz="1200">
                <a:solidFill>
                  <a:srgbClr val="9E9E9E"/>
                </a:solidFill>
              </a:defRPr>
            </a:lvl7pPr>
            <a:lvl8pPr indent="-228600" lvl="7" marL="3657600" algn="l">
              <a:lnSpc>
                <a:spcPct val="90000"/>
              </a:lnSpc>
              <a:spcBef>
                <a:spcPts val="400"/>
              </a:spcBef>
              <a:spcAft>
                <a:spcPts val="0"/>
              </a:spcAft>
              <a:buClr>
                <a:srgbClr val="9E9E9E"/>
              </a:buClr>
              <a:buSzPts val="1200"/>
              <a:buNone/>
              <a:defRPr sz="1200">
                <a:solidFill>
                  <a:srgbClr val="9E9E9E"/>
                </a:solidFill>
              </a:defRPr>
            </a:lvl8pPr>
            <a:lvl9pPr indent="-228600" lvl="8" marL="4114800" algn="l">
              <a:lnSpc>
                <a:spcPct val="90000"/>
              </a:lnSpc>
              <a:spcBef>
                <a:spcPts val="400"/>
              </a:spcBef>
              <a:spcAft>
                <a:spcPts val="0"/>
              </a:spcAft>
              <a:buClr>
                <a:srgbClr val="9E9E9E"/>
              </a:buClr>
              <a:buSzPts val="1200"/>
              <a:buNone/>
              <a:defRPr sz="1200">
                <a:solidFill>
                  <a:srgbClr val="9E9E9E"/>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98" name="Shape 98"/>
        <p:cNvGrpSpPr/>
        <p:nvPr/>
      </p:nvGrpSpPr>
      <p:grpSpPr>
        <a:xfrm>
          <a:off x="0" y="0"/>
          <a:ext cx="0" cy="0"/>
          <a:chOff x="0" y="0"/>
          <a:chExt cx="0" cy="0"/>
        </a:xfrm>
      </p:grpSpPr>
      <p:pic>
        <p:nvPicPr>
          <p:cNvPr id="99" name="Google Shape;99;p24"/>
          <p:cNvPicPr preferRelativeResize="0"/>
          <p:nvPr/>
        </p:nvPicPr>
        <p:blipFill rotWithShape="1">
          <a:blip r:embed="rId2">
            <a:alphaModFix/>
          </a:blip>
          <a:srcRect b="0" l="0" r="0" t="0"/>
          <a:stretch/>
        </p:blipFill>
        <p:spPr>
          <a:xfrm>
            <a:off x="2288" y="0"/>
            <a:ext cx="9141713" cy="5143499"/>
          </a:xfrm>
          <a:prstGeom prst="rect">
            <a:avLst/>
          </a:prstGeom>
          <a:noFill/>
          <a:ln>
            <a:noFill/>
          </a:ln>
        </p:spPr>
      </p:pic>
      <p:pic>
        <p:nvPicPr>
          <p:cNvPr id="100" name="Google Shape;100;p24"/>
          <p:cNvPicPr preferRelativeResize="0"/>
          <p:nvPr/>
        </p:nvPicPr>
        <p:blipFill rotWithShape="1">
          <a:blip r:embed="rId3">
            <a:alphaModFix/>
          </a:blip>
          <a:srcRect b="0" l="0" r="0" t="0"/>
          <a:stretch/>
        </p:blipFill>
        <p:spPr>
          <a:xfrm>
            <a:off x="87948" y="97946"/>
            <a:ext cx="2788409" cy="46287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 Type="http://schemas.openxmlformats.org/officeDocument/2006/relationships/image" Target="../media/image12.jpg"/><Relationship Id="rId2" Type="http://schemas.openxmlformats.org/officeDocument/2006/relationships/image" Target="../media/image4.png"/><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201479" y="0"/>
            <a:ext cx="8772041" cy="5143500"/>
          </a:xfrm>
          <a:prstGeom prst="rect">
            <a:avLst/>
          </a:prstGeom>
          <a:solidFill>
            <a:schemeClr val="lt1"/>
          </a:solidFill>
          <a:ln>
            <a:noFill/>
          </a:ln>
        </p:spPr>
        <p:txBody>
          <a:bodyPr anchorCtr="0" anchor="ctr" bIns="34275" lIns="68575" spcFirstLastPara="1" rIns="68575" wrap="square" tIns="34275">
            <a:noAutofit/>
          </a:bodyPr>
          <a:lstStyle/>
          <a:p>
            <a:pPr indent="0" lvl="6" marL="2057400" marR="0" rtl="0" algn="ctr">
              <a:spcBef>
                <a:spcPts val="0"/>
              </a:spcBef>
              <a:spcAft>
                <a:spcPts val="0"/>
              </a:spcAft>
              <a:buNone/>
            </a:pPr>
            <a:r>
              <a:rPr b="0" i="0" lang="en" sz="1800" u="none" cap="none" strike="noStrike">
                <a:solidFill>
                  <a:schemeClr val="lt1"/>
                </a:solidFill>
                <a:latin typeface="Arial"/>
                <a:ea typeface="Arial"/>
                <a:cs typeface="Arial"/>
                <a:sym typeface="Arial"/>
              </a:rPr>
              <a:t>‘-</a:t>
            </a:r>
            <a:endParaRPr b="0" i="0" sz="1800" u="none" cap="none" strike="noStrike">
              <a:solidFill>
                <a:schemeClr val="lt1"/>
              </a:solidFill>
              <a:latin typeface="Arial"/>
              <a:ea typeface="Arial"/>
              <a:cs typeface="Arial"/>
              <a:sym typeface="Arial"/>
            </a:endParaRPr>
          </a:p>
        </p:txBody>
      </p:sp>
      <p:sp>
        <p:nvSpPr>
          <p:cNvPr id="52" name="Google Shape;52;p13"/>
          <p:cNvSpPr txBox="1"/>
          <p:nvPr/>
        </p:nvSpPr>
        <p:spPr>
          <a:xfrm>
            <a:off x="1534333" y="767947"/>
            <a:ext cx="6418317" cy="1052018"/>
          </a:xfrm>
          <a:prstGeom prst="rect">
            <a:avLst/>
          </a:prstGeom>
          <a:noFill/>
          <a:ln>
            <a:noFill/>
          </a:ln>
        </p:spPr>
        <p:txBody>
          <a:bodyPr anchorCtr="0" anchor="t" bIns="34275" lIns="68575" spcFirstLastPara="1" rIns="68575" wrap="square" tIns="34275">
            <a:normAutofit/>
          </a:bodyPr>
          <a:lstStyle/>
          <a:p>
            <a:pPr indent="0" lvl="0" marL="0" marR="0" rtl="0" algn="l">
              <a:lnSpc>
                <a:spcPct val="80000"/>
              </a:lnSpc>
              <a:spcBef>
                <a:spcPts val="0"/>
              </a:spcBef>
              <a:spcAft>
                <a:spcPts val="0"/>
              </a:spcAft>
              <a:buClr>
                <a:schemeClr val="dk1"/>
              </a:buClr>
              <a:buSzPts val="3600"/>
              <a:buFont typeface="Arial"/>
              <a:buNone/>
            </a:pPr>
            <a:r>
              <a:t/>
            </a:r>
            <a:endParaRPr b="1" i="0" sz="3600" u="none" cap="none" strike="noStrike">
              <a:solidFill>
                <a:schemeClr val="dk1"/>
              </a:solidFill>
              <a:latin typeface="Georgia"/>
              <a:ea typeface="Georgia"/>
              <a:cs typeface="Georgia"/>
              <a:sym typeface="Georgia"/>
            </a:endParaRPr>
          </a:p>
        </p:txBody>
      </p:sp>
      <p:sp>
        <p:nvSpPr>
          <p:cNvPr id="53" name="Google Shape;53;p13"/>
          <p:cNvSpPr txBox="1"/>
          <p:nvPr/>
        </p:nvSpPr>
        <p:spPr>
          <a:xfrm>
            <a:off x="1534333" y="1916916"/>
            <a:ext cx="6418317" cy="230865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828383"/>
              </a:buClr>
              <a:buSzPts val="1200"/>
              <a:buFont typeface="Arial"/>
              <a:buNone/>
            </a:pPr>
            <a:r>
              <a:t/>
            </a:r>
            <a:endParaRPr b="0" i="0" sz="1200" u="none" cap="none" strike="noStrike">
              <a:solidFill>
                <a:srgbClr val="828383"/>
              </a:solidFill>
              <a:latin typeface="Arial"/>
              <a:ea typeface="Arial"/>
              <a:cs typeface="Arial"/>
              <a:sym typeface="Arial"/>
            </a:endParaRPr>
          </a:p>
        </p:txBody>
      </p:sp>
      <p:pic>
        <p:nvPicPr>
          <p:cNvPr id="54" name="Google Shape;54;p13"/>
          <p:cNvPicPr preferRelativeResize="0"/>
          <p:nvPr/>
        </p:nvPicPr>
        <p:blipFill rotWithShape="1">
          <a:blip r:embed="rId1">
            <a:alphaModFix/>
          </a:blip>
          <a:srcRect b="0" l="0" r="0" t="0"/>
          <a:stretch/>
        </p:blipFill>
        <p:spPr>
          <a:xfrm>
            <a:off x="-1" y="0"/>
            <a:ext cx="9141713" cy="5143499"/>
          </a:xfrm>
          <a:prstGeom prst="rect">
            <a:avLst/>
          </a:prstGeom>
          <a:noFill/>
          <a:ln>
            <a:noFill/>
          </a:ln>
        </p:spPr>
      </p:pic>
      <p:sp>
        <p:nvSpPr>
          <p:cNvPr id="55" name="Google Shape;55;p13"/>
          <p:cNvSpPr txBox="1"/>
          <p:nvPr>
            <p:ph idx="1" type="body"/>
          </p:nvPr>
        </p:nvSpPr>
        <p:spPr>
          <a:xfrm>
            <a:off x="425196" y="1740083"/>
            <a:ext cx="7886700" cy="2860036"/>
          </a:xfrm>
          <a:prstGeom prst="rect">
            <a:avLst/>
          </a:prstGeom>
          <a:noFill/>
          <a:ln>
            <a:noFill/>
          </a:ln>
        </p:spPr>
        <p:txBody>
          <a:bodyPr anchorCtr="0" anchor="t" bIns="34275" lIns="68575" spcFirstLastPara="1" rIns="68575" wrap="square" tIns="34275">
            <a:noAutofit/>
          </a:bodyPr>
          <a:lstStyle>
            <a:lvl1pPr indent="-323850" lvl="0" marL="457200" marR="0" rtl="0" algn="l">
              <a:lnSpc>
                <a:spcPct val="100000"/>
              </a:lnSpc>
              <a:spcBef>
                <a:spcPts val="800"/>
              </a:spcBef>
              <a:spcAft>
                <a:spcPts val="0"/>
              </a:spcAft>
              <a:buClr>
                <a:srgbClr val="005BBB"/>
              </a:buClr>
              <a:buSzPts val="1500"/>
              <a:buFont typeface="Arial"/>
              <a:buChar char="•"/>
              <a:defRPr b="0" i="0" sz="1500" u="none" cap="none" strike="noStrike">
                <a:solidFill>
                  <a:schemeClr val="dk1"/>
                </a:solidFill>
                <a:latin typeface="Arial"/>
                <a:ea typeface="Arial"/>
                <a:cs typeface="Arial"/>
                <a:sym typeface="Arial"/>
              </a:defRPr>
            </a:lvl1pPr>
            <a:lvl2pPr indent="-323850" lvl="1" marL="914400" marR="0" rtl="0" algn="l">
              <a:lnSpc>
                <a:spcPct val="100000"/>
              </a:lnSpc>
              <a:spcBef>
                <a:spcPts val="400"/>
              </a:spcBef>
              <a:spcAft>
                <a:spcPts val="0"/>
              </a:spcAft>
              <a:buClr>
                <a:srgbClr val="005BBB"/>
              </a:buClr>
              <a:buSzPts val="1500"/>
              <a:buFont typeface="Arial"/>
              <a:buChar char="•"/>
              <a:defRPr b="0" i="0" sz="1500" u="none" cap="none" strike="noStrike">
                <a:solidFill>
                  <a:schemeClr val="dk1"/>
                </a:solidFill>
                <a:latin typeface="Arial"/>
                <a:ea typeface="Arial"/>
                <a:cs typeface="Arial"/>
                <a:sym typeface="Arial"/>
              </a:defRPr>
            </a:lvl2pPr>
            <a:lvl3pPr indent="-317500" lvl="2" marL="1371600" marR="0" rtl="0" algn="l">
              <a:lnSpc>
                <a:spcPct val="100000"/>
              </a:lnSpc>
              <a:spcBef>
                <a:spcPts val="400"/>
              </a:spcBef>
              <a:spcAft>
                <a:spcPts val="0"/>
              </a:spcAft>
              <a:buClr>
                <a:srgbClr val="005BBB"/>
              </a:buClr>
              <a:buSzPts val="1400"/>
              <a:buFont typeface="Merriweather Sans"/>
              <a:buChar char="-"/>
              <a:defRPr b="0" i="0" sz="14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rgbClr val="005BBB"/>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rgbClr val="005BBB"/>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6" name="Google Shape;56;p13"/>
          <p:cNvSpPr txBox="1"/>
          <p:nvPr>
            <p:ph type="title"/>
          </p:nvPr>
        </p:nvSpPr>
        <p:spPr>
          <a:xfrm>
            <a:off x="425196" y="987552"/>
            <a:ext cx="7886700" cy="651323"/>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dk2"/>
              </a:buClr>
              <a:buSzPts val="2700"/>
              <a:buFont typeface="Georgia"/>
              <a:buNone/>
              <a:defRPr b="0" i="0" sz="2700" u="none" cap="none" strike="noStrike">
                <a:solidFill>
                  <a:schemeClr val="dk2"/>
                </a:solidFill>
                <a:latin typeface="Georgia"/>
                <a:ea typeface="Georgia"/>
                <a:cs typeface="Georgia"/>
                <a:sym typeface="Georg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7" name="Google Shape;57;p13"/>
          <p:cNvSpPr txBox="1"/>
          <p:nvPr/>
        </p:nvSpPr>
        <p:spPr>
          <a:xfrm>
            <a:off x="8284464" y="4666414"/>
            <a:ext cx="544068" cy="400887"/>
          </a:xfrm>
          <a:prstGeom prst="rect">
            <a:avLst/>
          </a:prstGeom>
          <a:noFill/>
          <a:ln>
            <a:noFill/>
          </a:ln>
        </p:spPr>
        <p:txBody>
          <a:bodyPr anchorCtr="0" anchor="ctr" bIns="45725" lIns="91425" spcFirstLastPara="1" rIns="91425" wrap="square" tIns="45725">
            <a:noAutofit/>
          </a:bodyPr>
          <a:lstStyle/>
          <a:p>
            <a:pPr indent="0" lvl="0" marL="0" marR="0" rtl="0" algn="r">
              <a:spcBef>
                <a:spcPts val="0"/>
              </a:spcBef>
              <a:spcAft>
                <a:spcPts val="0"/>
              </a:spcAft>
              <a:buNone/>
            </a:pPr>
            <a:fld id="{00000000-1234-1234-1234-123412341234}" type="slidenum">
              <a:rPr b="1" i="0" lang="en"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pic>
        <p:nvPicPr>
          <p:cNvPr id="58" name="Google Shape;58;p13"/>
          <p:cNvPicPr preferRelativeResize="0"/>
          <p:nvPr/>
        </p:nvPicPr>
        <p:blipFill rotWithShape="1">
          <a:blip r:embed="rId2">
            <a:alphaModFix/>
          </a:blip>
          <a:srcRect b="0" l="0" r="0" t="0"/>
          <a:stretch/>
        </p:blipFill>
        <p:spPr>
          <a:xfrm>
            <a:off x="87948" y="97946"/>
            <a:ext cx="2788409" cy="46287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660">
          <p15:clr>
            <a:srgbClr val="F26B43"/>
          </p15:clr>
        </p15:guide>
        <p15:guide id="2" pos="312">
          <p15:clr>
            <a:srgbClr val="F26B43"/>
          </p15:clr>
        </p15:guide>
        <p15:guide id="3" orient="horz" pos="3012">
          <p15:clr>
            <a:srgbClr val="F26B43"/>
          </p15:clr>
        </p15:guide>
        <p15:guide id="4" pos="5544">
          <p15:clr>
            <a:srgbClr val="F26B43"/>
          </p15:clr>
        </p15:guide>
        <p15:guide id="5" pos="216">
          <p15:clr>
            <a:srgbClr val="F26B43"/>
          </p15:clr>
        </p15:guide>
        <p15:guide id="6" pos="3348">
          <p15:clr>
            <a:srgbClr val="F26B43"/>
          </p15:clr>
        </p15:guide>
        <p15:guide id="7" pos="3528">
          <p15:clr>
            <a:srgbClr val="F26B43"/>
          </p15:clr>
        </p15:guide>
        <p15:guide id="8" pos="3384">
          <p15:clr>
            <a:srgbClr val="F26B43"/>
          </p15:clr>
        </p15:guide>
        <p15:guide id="9" orient="horz" pos="1386">
          <p15:clr>
            <a:srgbClr val="F26B43"/>
          </p15:clr>
        </p15:guide>
        <p15:guide id="10" orient="horz" pos="1422">
          <p15:clr>
            <a:srgbClr val="F26B43"/>
          </p15:clr>
        </p15:guide>
        <p15:guide id="11" orient="horz" pos="2160">
          <p15:clr>
            <a:srgbClr val="F26B43"/>
          </p15:clr>
        </p15:guide>
        <p15:guide id="12" orient="horz" pos="212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1" Type="http://schemas.openxmlformats.org/officeDocument/2006/relationships/hyperlink" Target="https://www.zotero.org/google-docs/?XlTWli" TargetMode="External"/><Relationship Id="rId10" Type="http://schemas.openxmlformats.org/officeDocument/2006/relationships/hyperlink" Target="https://www.zotero.org/google-docs/?XlTWli" TargetMode="External"/><Relationship Id="rId13" Type="http://schemas.openxmlformats.org/officeDocument/2006/relationships/hyperlink" Target="https://www.zotero.org/google-docs/?XlTWli" TargetMode="External"/><Relationship Id="rId12" Type="http://schemas.openxmlformats.org/officeDocument/2006/relationships/hyperlink" Target="https://www.zotero.org/google-docs/?XlTWli" TargetMode="External"/><Relationship Id="rId1" Type="http://schemas.openxmlformats.org/officeDocument/2006/relationships/slideLayout" Target="../slideLayouts/slideLayout21.xml"/><Relationship Id="rId2" Type="http://schemas.openxmlformats.org/officeDocument/2006/relationships/notesSlide" Target="../notesSlides/notesSlide18.xml"/><Relationship Id="rId3" Type="http://schemas.openxmlformats.org/officeDocument/2006/relationships/hyperlink" Target="https://www.zotero.org/google-docs/?XlTWli" TargetMode="External"/><Relationship Id="rId4" Type="http://schemas.openxmlformats.org/officeDocument/2006/relationships/hyperlink" Target="https://www.zotero.org/google-docs/?XlTWli" TargetMode="External"/><Relationship Id="rId9" Type="http://schemas.openxmlformats.org/officeDocument/2006/relationships/hyperlink" Target="https://www.zotero.org/google-docs/?XlTWli" TargetMode="External"/><Relationship Id="rId15" Type="http://schemas.openxmlformats.org/officeDocument/2006/relationships/hyperlink" Target="https://www.zotero.org/google-docs/?XlTWli" TargetMode="External"/><Relationship Id="rId14" Type="http://schemas.openxmlformats.org/officeDocument/2006/relationships/hyperlink" Target="https://www.zotero.org/google-docs/?XlTWli" TargetMode="External"/><Relationship Id="rId17" Type="http://schemas.openxmlformats.org/officeDocument/2006/relationships/hyperlink" Target="https://www.zotero.org/google-docs/?XlTWli" TargetMode="External"/><Relationship Id="rId16" Type="http://schemas.openxmlformats.org/officeDocument/2006/relationships/hyperlink" Target="https://www.zotero.org/google-docs/?XlTWli" TargetMode="External"/><Relationship Id="rId5" Type="http://schemas.openxmlformats.org/officeDocument/2006/relationships/hyperlink" Target="https://www.zotero.org/google-docs/?XlTWli" TargetMode="External"/><Relationship Id="rId6" Type="http://schemas.openxmlformats.org/officeDocument/2006/relationships/hyperlink" Target="https://www.zotero.org/google-docs/?XlTWli" TargetMode="External"/><Relationship Id="rId18" Type="http://schemas.openxmlformats.org/officeDocument/2006/relationships/hyperlink" Target="https://www.zotero.org/google-docs/?XlTWli" TargetMode="External"/><Relationship Id="rId7" Type="http://schemas.openxmlformats.org/officeDocument/2006/relationships/hyperlink" Target="https://www.zotero.org/google-docs/?XlTWli" TargetMode="External"/><Relationship Id="rId8" Type="http://schemas.openxmlformats.org/officeDocument/2006/relationships/hyperlink" Target="https://www.zotero.org/google-docs/?XlTWli"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5"/>
          <p:cNvSpPr txBox="1"/>
          <p:nvPr>
            <p:ph idx="1" type="body"/>
          </p:nvPr>
        </p:nvSpPr>
        <p:spPr>
          <a:xfrm>
            <a:off x="250500" y="3063299"/>
            <a:ext cx="4978800" cy="731400"/>
          </a:xfrm>
          <a:prstGeom prst="rect">
            <a:avLst/>
          </a:prstGeom>
          <a:noFill/>
          <a:ln>
            <a:noFill/>
          </a:ln>
        </p:spPr>
        <p:txBody>
          <a:bodyPr anchorCtr="0" anchor="t" bIns="34275" lIns="0" spcFirstLastPara="1" rIns="68575" wrap="square" tIns="34275">
            <a:noAutofit/>
          </a:bodyPr>
          <a:lstStyle/>
          <a:p>
            <a:pPr indent="0" lvl="0" marL="0" rtl="0" algn="l">
              <a:lnSpc>
                <a:spcPct val="100000"/>
              </a:lnSpc>
              <a:spcBef>
                <a:spcPts val="0"/>
              </a:spcBef>
              <a:spcAft>
                <a:spcPts val="0"/>
              </a:spcAft>
              <a:buSzPts val="2100"/>
              <a:buNone/>
            </a:pPr>
            <a:r>
              <a:rPr lang="en" sz="2000"/>
              <a:t>Group 1: Adele Lopez, Fransheska Serrano, Yarea Wahbeah, Matthew Kurniawan</a:t>
            </a:r>
            <a:endParaRPr sz="2000"/>
          </a:p>
        </p:txBody>
      </p:sp>
      <p:sp>
        <p:nvSpPr>
          <p:cNvPr id="106" name="Google Shape;106;p25"/>
          <p:cNvSpPr txBox="1"/>
          <p:nvPr>
            <p:ph type="ctrTitle"/>
          </p:nvPr>
        </p:nvSpPr>
        <p:spPr>
          <a:xfrm>
            <a:off x="250500" y="813525"/>
            <a:ext cx="5350200" cy="1943100"/>
          </a:xfrm>
          <a:prstGeom prst="rect">
            <a:avLst/>
          </a:prstGeom>
          <a:noFill/>
          <a:ln>
            <a:noFill/>
          </a:ln>
        </p:spPr>
        <p:txBody>
          <a:bodyPr anchorCtr="0" anchor="b" bIns="34275" lIns="0" spcFirstLastPara="1" rIns="68575" wrap="square" tIns="34275">
            <a:noAutofit/>
          </a:bodyPr>
          <a:lstStyle/>
          <a:p>
            <a:pPr indent="0" lvl="0" marL="0" rtl="0" algn="l">
              <a:lnSpc>
                <a:spcPct val="96666"/>
              </a:lnSpc>
              <a:spcBef>
                <a:spcPts val="0"/>
              </a:spcBef>
              <a:spcAft>
                <a:spcPts val="0"/>
              </a:spcAft>
              <a:buClr>
                <a:schemeClr val="lt1"/>
              </a:buClr>
              <a:buSzPts val="4500"/>
              <a:buFont typeface="Arial"/>
              <a:buNone/>
            </a:pPr>
            <a:r>
              <a:rPr lang="en" sz="3500"/>
              <a:t>GLP-1 Receptor Agonists for </a:t>
            </a:r>
            <a:r>
              <a:rPr lang="en" sz="3500"/>
              <a:t>Weight Loss</a:t>
            </a:r>
            <a:endParaRPr sz="3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6"/>
          <p:cNvSpPr txBox="1"/>
          <p:nvPr>
            <p:ph type="ctrTitle"/>
          </p:nvPr>
        </p:nvSpPr>
        <p:spPr>
          <a:xfrm>
            <a:off x="493776" y="1117997"/>
            <a:ext cx="4978908" cy="1790700"/>
          </a:xfrm>
          <a:prstGeom prst="rect">
            <a:avLst/>
          </a:prstGeom>
          <a:noFill/>
          <a:ln>
            <a:noFill/>
          </a:ln>
        </p:spPr>
        <p:txBody>
          <a:bodyPr anchorCtr="0" anchor="b" bIns="34275" lIns="0" spcFirstLastPara="1" rIns="68575" wrap="square" tIns="34275">
            <a:noAutofit/>
          </a:bodyPr>
          <a:lstStyle/>
          <a:p>
            <a:pPr indent="0" lvl="0" marL="0" rtl="0" algn="l">
              <a:lnSpc>
                <a:spcPct val="96666"/>
              </a:lnSpc>
              <a:spcBef>
                <a:spcPts val="0"/>
              </a:spcBef>
              <a:spcAft>
                <a:spcPts val="0"/>
              </a:spcAft>
              <a:buClr>
                <a:schemeClr val="lt1"/>
              </a:buClr>
              <a:buSzPts val="4500"/>
              <a:buFont typeface="Arial"/>
              <a:buNone/>
            </a:pPr>
            <a:r>
              <a:rPr lang="en"/>
              <a:t>Background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7"/>
          <p:cNvSpPr txBox="1"/>
          <p:nvPr>
            <p:ph idx="1" type="body"/>
          </p:nvPr>
        </p:nvSpPr>
        <p:spPr>
          <a:xfrm>
            <a:off x="342900" y="1386925"/>
            <a:ext cx="4972200" cy="3430500"/>
          </a:xfrm>
          <a:prstGeom prst="rect">
            <a:avLst/>
          </a:prstGeom>
          <a:noFill/>
          <a:ln>
            <a:noFill/>
          </a:ln>
        </p:spPr>
        <p:txBody>
          <a:bodyPr anchorCtr="0" anchor="t" bIns="34275" lIns="68575" spcFirstLastPara="1" rIns="68575" wrap="square" tIns="34275">
            <a:noAutofit/>
          </a:bodyPr>
          <a:lstStyle/>
          <a:p>
            <a:pPr indent="-317500" lvl="0" marL="457200" rtl="0" algn="l">
              <a:lnSpc>
                <a:spcPct val="100000"/>
              </a:lnSpc>
              <a:spcBef>
                <a:spcPts val="0"/>
              </a:spcBef>
              <a:spcAft>
                <a:spcPts val="0"/>
              </a:spcAft>
              <a:buClr>
                <a:srgbClr val="000000"/>
              </a:buClr>
              <a:buSzPts val="1400"/>
              <a:buChar char="●"/>
            </a:pPr>
            <a:r>
              <a:rPr lang="en">
                <a:solidFill>
                  <a:srgbClr val="000000"/>
                </a:solidFill>
                <a:highlight>
                  <a:srgbClr val="FFFFFF"/>
                </a:highlight>
              </a:rPr>
              <a:t>Obesity is a chronic disease defined by excessive fat deposits that can impair health. It can lead to type 2 diabetes, heart disease, and affect bone health and reproduction. </a:t>
            </a:r>
            <a:endParaRPr>
              <a:solidFill>
                <a:srgbClr val="000000"/>
              </a:solidFill>
              <a:highlight>
                <a:srgbClr val="FFFFFF"/>
              </a:highlight>
            </a:endParaRPr>
          </a:p>
          <a:p>
            <a:pPr indent="0" lvl="0" marL="0" rtl="0" algn="l">
              <a:lnSpc>
                <a:spcPct val="100000"/>
              </a:lnSpc>
              <a:spcBef>
                <a:spcPts val="0"/>
              </a:spcBef>
              <a:spcAft>
                <a:spcPts val="0"/>
              </a:spcAft>
              <a:buNone/>
            </a:pPr>
            <a:r>
              <a:t/>
            </a:r>
            <a:endParaRPr>
              <a:solidFill>
                <a:srgbClr val="000000"/>
              </a:solidFill>
              <a:highlight>
                <a:srgbClr val="FFFFFF"/>
              </a:highlight>
            </a:endParaRPr>
          </a:p>
          <a:p>
            <a:pPr indent="-317500" lvl="0" marL="457200" rtl="0" algn="l">
              <a:lnSpc>
                <a:spcPct val="100000"/>
              </a:lnSpc>
              <a:spcBef>
                <a:spcPts val="0"/>
              </a:spcBef>
              <a:spcAft>
                <a:spcPts val="0"/>
              </a:spcAft>
              <a:buClr>
                <a:srgbClr val="000000"/>
              </a:buClr>
              <a:buSzPts val="1400"/>
              <a:buChar char="●"/>
            </a:pPr>
            <a:r>
              <a:rPr lang="en">
                <a:solidFill>
                  <a:srgbClr val="000000"/>
                </a:solidFill>
                <a:highlight>
                  <a:srgbClr val="FFFFFF"/>
                </a:highlight>
              </a:rPr>
              <a:t>G-protein coupled reactors (GPCRs) are the most extensive group of membrane proteins and are responsible for regulating many important biological processes. The </a:t>
            </a:r>
            <a:r>
              <a:rPr lang="en">
                <a:solidFill>
                  <a:srgbClr val="000000"/>
                </a:solidFill>
                <a:highlight>
                  <a:srgbClr val="FFFFFF"/>
                </a:highlight>
              </a:rPr>
              <a:t>dysregulation</a:t>
            </a:r>
            <a:r>
              <a:rPr lang="en">
                <a:solidFill>
                  <a:srgbClr val="000000"/>
                </a:solidFill>
                <a:highlight>
                  <a:srgbClr val="FFFFFF"/>
                </a:highlight>
              </a:rPr>
              <a:t> of GPCRs can be used to target various chronic diseases, including diabetes and obesity. </a:t>
            </a:r>
            <a:endParaRPr>
              <a:solidFill>
                <a:srgbClr val="000000"/>
              </a:solidFill>
              <a:highlight>
                <a:srgbClr val="FFFFFF"/>
              </a:highlight>
            </a:endParaRPr>
          </a:p>
          <a:p>
            <a:pPr indent="0" lvl="0" marL="0" rtl="0" algn="l">
              <a:lnSpc>
                <a:spcPct val="100000"/>
              </a:lnSpc>
              <a:spcBef>
                <a:spcPts val="0"/>
              </a:spcBef>
              <a:spcAft>
                <a:spcPts val="0"/>
              </a:spcAft>
              <a:buNone/>
            </a:pPr>
            <a:r>
              <a:t/>
            </a:r>
            <a:endParaRPr>
              <a:solidFill>
                <a:srgbClr val="000000"/>
              </a:solidFill>
              <a:highlight>
                <a:srgbClr val="FFFFFF"/>
              </a:highlight>
            </a:endParaRPr>
          </a:p>
          <a:p>
            <a:pPr indent="-317500" lvl="0" marL="457200" rtl="0" algn="l">
              <a:lnSpc>
                <a:spcPct val="100000"/>
              </a:lnSpc>
              <a:spcBef>
                <a:spcPts val="0"/>
              </a:spcBef>
              <a:spcAft>
                <a:spcPts val="0"/>
              </a:spcAft>
              <a:buClr>
                <a:srgbClr val="000000"/>
              </a:buClr>
              <a:buSzPts val="1400"/>
              <a:buChar char="●"/>
            </a:pPr>
            <a:r>
              <a:rPr lang="en">
                <a:solidFill>
                  <a:srgbClr val="000000"/>
                </a:solidFill>
                <a:highlight>
                  <a:srgbClr val="FFFFFF"/>
                </a:highlight>
              </a:rPr>
              <a:t>Drugs targeting GPCRs such as GLP-1RA, has been approved for weight management. </a:t>
            </a:r>
            <a:endParaRPr>
              <a:solidFill>
                <a:srgbClr val="000000"/>
              </a:solidFill>
              <a:highlight>
                <a:srgbClr val="FFFFFF"/>
              </a:highlight>
            </a:endParaRPr>
          </a:p>
          <a:p>
            <a:pPr indent="0" lvl="0" marL="0" rtl="0" algn="l">
              <a:lnSpc>
                <a:spcPct val="100000"/>
              </a:lnSpc>
              <a:spcBef>
                <a:spcPts val="0"/>
              </a:spcBef>
              <a:spcAft>
                <a:spcPts val="0"/>
              </a:spcAft>
              <a:buNone/>
            </a:pPr>
            <a:r>
              <a:t/>
            </a:r>
            <a:endParaRPr>
              <a:solidFill>
                <a:srgbClr val="000000"/>
              </a:solidFill>
              <a:highlight>
                <a:srgbClr val="FFFFFF"/>
              </a:highlight>
            </a:endParaRPr>
          </a:p>
          <a:p>
            <a:pPr indent="0" lvl="0" marL="0" rtl="0" algn="l">
              <a:lnSpc>
                <a:spcPct val="100000"/>
              </a:lnSpc>
              <a:spcBef>
                <a:spcPts val="0"/>
              </a:spcBef>
              <a:spcAft>
                <a:spcPts val="0"/>
              </a:spcAft>
              <a:buNone/>
            </a:pPr>
            <a:r>
              <a:t/>
            </a:r>
            <a:endParaRPr>
              <a:solidFill>
                <a:srgbClr val="000000"/>
              </a:solidFill>
              <a:highlight>
                <a:srgbClr val="FFFFFF"/>
              </a:highlight>
            </a:endParaRPr>
          </a:p>
          <a:p>
            <a:pPr indent="0" lvl="0" marL="0" rtl="0" algn="l">
              <a:lnSpc>
                <a:spcPct val="100000"/>
              </a:lnSpc>
              <a:spcBef>
                <a:spcPts val="0"/>
              </a:spcBef>
              <a:spcAft>
                <a:spcPts val="0"/>
              </a:spcAft>
              <a:buNone/>
            </a:pPr>
            <a:r>
              <a:t/>
            </a:r>
            <a:endParaRPr>
              <a:solidFill>
                <a:srgbClr val="000000"/>
              </a:solidFill>
              <a:highlight>
                <a:srgbClr val="FFFFFF"/>
              </a:highlight>
            </a:endParaRPr>
          </a:p>
          <a:p>
            <a:pPr indent="0" lvl="0" marL="0" rtl="0" algn="l">
              <a:lnSpc>
                <a:spcPct val="100000"/>
              </a:lnSpc>
              <a:spcBef>
                <a:spcPts val="0"/>
              </a:spcBef>
              <a:spcAft>
                <a:spcPts val="0"/>
              </a:spcAft>
              <a:buNone/>
            </a:pPr>
            <a:r>
              <a:t/>
            </a:r>
            <a:endParaRPr>
              <a:solidFill>
                <a:srgbClr val="000000"/>
              </a:solidFill>
              <a:highlight>
                <a:srgbClr val="FFFFFF"/>
              </a:highlight>
            </a:endParaRPr>
          </a:p>
          <a:p>
            <a:pPr indent="0" lvl="0" marL="0" rtl="0" algn="l">
              <a:lnSpc>
                <a:spcPct val="100000"/>
              </a:lnSpc>
              <a:spcBef>
                <a:spcPts val="0"/>
              </a:spcBef>
              <a:spcAft>
                <a:spcPts val="0"/>
              </a:spcAft>
              <a:buNone/>
            </a:pPr>
            <a:r>
              <a:t/>
            </a:r>
            <a:endParaRPr>
              <a:solidFill>
                <a:srgbClr val="000000"/>
              </a:solidFill>
              <a:highlight>
                <a:srgbClr val="FFFFFF"/>
              </a:highlight>
            </a:endParaRPr>
          </a:p>
          <a:p>
            <a:pPr indent="0" lvl="0" marL="0" rtl="0" algn="l">
              <a:lnSpc>
                <a:spcPct val="100000"/>
              </a:lnSpc>
              <a:spcBef>
                <a:spcPts val="0"/>
              </a:spcBef>
              <a:spcAft>
                <a:spcPts val="0"/>
              </a:spcAft>
              <a:buNone/>
            </a:pPr>
            <a:r>
              <a:t/>
            </a:r>
            <a:endParaRPr>
              <a:solidFill>
                <a:srgbClr val="000000"/>
              </a:solidFill>
              <a:highlight>
                <a:srgbClr val="FFFFFF"/>
              </a:highlight>
            </a:endParaRPr>
          </a:p>
          <a:p>
            <a:pPr indent="0" lvl="0" marL="457200" rtl="0" algn="l">
              <a:lnSpc>
                <a:spcPct val="100000"/>
              </a:lnSpc>
              <a:spcBef>
                <a:spcPts val="0"/>
              </a:spcBef>
              <a:spcAft>
                <a:spcPts val="0"/>
              </a:spcAft>
              <a:buNone/>
            </a:pPr>
            <a:r>
              <a:t/>
            </a:r>
            <a:endParaRPr>
              <a:solidFill>
                <a:srgbClr val="000000"/>
              </a:solidFill>
              <a:highlight>
                <a:srgbClr val="FFFFFF"/>
              </a:highlight>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45720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
        <p:nvSpPr>
          <p:cNvPr id="118" name="Google Shape;118;p27"/>
          <p:cNvSpPr txBox="1"/>
          <p:nvPr>
            <p:ph type="title"/>
          </p:nvPr>
        </p:nvSpPr>
        <p:spPr>
          <a:xfrm>
            <a:off x="342901" y="849925"/>
            <a:ext cx="7886700" cy="537000"/>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rgbClr val="005BBB"/>
              </a:buClr>
              <a:buSzPts val="2700"/>
              <a:buFont typeface="Georgia"/>
              <a:buNone/>
            </a:pPr>
            <a:r>
              <a:rPr lang="en"/>
              <a:t>Background</a:t>
            </a:r>
            <a:endParaRPr/>
          </a:p>
        </p:txBody>
      </p:sp>
      <p:pic>
        <p:nvPicPr>
          <p:cNvPr id="119" name="Google Shape;119;p27"/>
          <p:cNvPicPr preferRelativeResize="0"/>
          <p:nvPr/>
        </p:nvPicPr>
        <p:blipFill>
          <a:blip r:embed="rId3">
            <a:alphaModFix/>
          </a:blip>
          <a:stretch>
            <a:fillRect/>
          </a:stretch>
        </p:blipFill>
        <p:spPr>
          <a:xfrm>
            <a:off x="5467500" y="1386925"/>
            <a:ext cx="3066200" cy="3066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8"/>
          <p:cNvSpPr txBox="1"/>
          <p:nvPr>
            <p:ph idx="1" type="body"/>
          </p:nvPr>
        </p:nvSpPr>
        <p:spPr>
          <a:xfrm>
            <a:off x="342900" y="1237800"/>
            <a:ext cx="5101200" cy="3905700"/>
          </a:xfrm>
          <a:prstGeom prst="rect">
            <a:avLst/>
          </a:prstGeom>
          <a:noFill/>
          <a:ln>
            <a:noFill/>
          </a:ln>
        </p:spPr>
        <p:txBody>
          <a:bodyPr anchorCtr="0" anchor="t" bIns="34275" lIns="68575" spcFirstLastPara="1" rIns="68575" wrap="square" tIns="34275">
            <a:noAutofit/>
          </a:bodyPr>
          <a:lstStyle/>
          <a:p>
            <a:pPr indent="-317500" lvl="0" marL="457200" rtl="0" algn="l">
              <a:spcBef>
                <a:spcPts val="0"/>
              </a:spcBef>
              <a:spcAft>
                <a:spcPts val="0"/>
              </a:spcAft>
              <a:buClr>
                <a:srgbClr val="0D0D0D"/>
              </a:buClr>
              <a:buSzPts val="1400"/>
              <a:buChar char="●"/>
            </a:pPr>
            <a:r>
              <a:rPr lang="en">
                <a:solidFill>
                  <a:srgbClr val="0D0D0D"/>
                </a:solidFill>
                <a:highlight>
                  <a:schemeClr val="lt1"/>
                </a:highlight>
              </a:rPr>
              <a:t>GLP-1 is a peptide hormone secreted by the gut L cells that improve glucose homeostasis and promote weight loss. </a:t>
            </a:r>
            <a:endParaRPr>
              <a:solidFill>
                <a:srgbClr val="0D0D0D"/>
              </a:solidFill>
              <a:highlight>
                <a:schemeClr val="lt1"/>
              </a:highlight>
            </a:endParaRPr>
          </a:p>
          <a:p>
            <a:pPr indent="0" lvl="0" marL="457200" rtl="0" algn="l">
              <a:spcBef>
                <a:spcPts val="0"/>
              </a:spcBef>
              <a:spcAft>
                <a:spcPts val="0"/>
              </a:spcAft>
              <a:buNone/>
            </a:pPr>
            <a:r>
              <a:t/>
            </a:r>
            <a:endParaRPr>
              <a:solidFill>
                <a:srgbClr val="0D0D0D"/>
              </a:solidFill>
              <a:highlight>
                <a:schemeClr val="lt1"/>
              </a:highlight>
            </a:endParaRPr>
          </a:p>
          <a:p>
            <a:pPr indent="-317500" lvl="0" marL="457200" rtl="0" algn="l">
              <a:spcBef>
                <a:spcPts val="0"/>
              </a:spcBef>
              <a:spcAft>
                <a:spcPts val="0"/>
              </a:spcAft>
              <a:buClr>
                <a:srgbClr val="0D0D0D"/>
              </a:buClr>
              <a:buSzPts val="1400"/>
              <a:buChar char="●"/>
            </a:pPr>
            <a:r>
              <a:rPr lang="en">
                <a:solidFill>
                  <a:srgbClr val="0D0D0D"/>
                </a:solidFill>
                <a:highlight>
                  <a:schemeClr val="lt1"/>
                </a:highlight>
              </a:rPr>
              <a:t>Stimulates the secretion of insulin from pancreatic beta cells in response to elevated blood sugar levels. This helps to lower glucose levels after meals</a:t>
            </a:r>
            <a:endParaRPr>
              <a:solidFill>
                <a:srgbClr val="0D0D0D"/>
              </a:solidFill>
              <a:highlight>
                <a:schemeClr val="lt1"/>
              </a:highlight>
            </a:endParaRPr>
          </a:p>
          <a:p>
            <a:pPr indent="0" lvl="0" marL="457200" rtl="0" algn="l">
              <a:spcBef>
                <a:spcPts val="0"/>
              </a:spcBef>
              <a:spcAft>
                <a:spcPts val="0"/>
              </a:spcAft>
              <a:buNone/>
            </a:pPr>
            <a:r>
              <a:t/>
            </a:r>
            <a:endParaRPr>
              <a:solidFill>
                <a:srgbClr val="0D0D0D"/>
              </a:solidFill>
              <a:highlight>
                <a:schemeClr val="lt1"/>
              </a:highlight>
            </a:endParaRPr>
          </a:p>
          <a:p>
            <a:pPr indent="-317500" lvl="0" marL="457200" rtl="0" algn="l">
              <a:spcBef>
                <a:spcPts val="0"/>
              </a:spcBef>
              <a:spcAft>
                <a:spcPts val="0"/>
              </a:spcAft>
              <a:buClr>
                <a:srgbClr val="0D0D0D"/>
              </a:buClr>
              <a:buSzPts val="1400"/>
              <a:buChar char="●"/>
            </a:pPr>
            <a:r>
              <a:rPr lang="en">
                <a:solidFill>
                  <a:srgbClr val="0D0D0D"/>
                </a:solidFill>
                <a:highlight>
                  <a:schemeClr val="lt1"/>
                </a:highlight>
              </a:rPr>
              <a:t>Acts on the brain to regulate appetite and food intake</a:t>
            </a:r>
            <a:endParaRPr>
              <a:solidFill>
                <a:srgbClr val="0D0D0D"/>
              </a:solidFill>
              <a:highlight>
                <a:schemeClr val="lt1"/>
              </a:highlight>
            </a:endParaRPr>
          </a:p>
          <a:p>
            <a:pPr indent="0" lvl="0" marL="457200" rtl="0" algn="l">
              <a:spcBef>
                <a:spcPts val="0"/>
              </a:spcBef>
              <a:spcAft>
                <a:spcPts val="0"/>
              </a:spcAft>
              <a:buNone/>
            </a:pPr>
            <a:r>
              <a:t/>
            </a:r>
            <a:endParaRPr>
              <a:solidFill>
                <a:srgbClr val="0D0D0D"/>
              </a:solidFill>
              <a:highlight>
                <a:schemeClr val="lt1"/>
              </a:highlight>
            </a:endParaRPr>
          </a:p>
          <a:p>
            <a:pPr indent="-317500" lvl="0" marL="457200" rtl="0" algn="l">
              <a:spcBef>
                <a:spcPts val="0"/>
              </a:spcBef>
              <a:spcAft>
                <a:spcPts val="0"/>
              </a:spcAft>
              <a:buClr>
                <a:srgbClr val="0D0D0D"/>
              </a:buClr>
              <a:buSzPts val="1400"/>
              <a:buChar char="●"/>
            </a:pPr>
            <a:r>
              <a:rPr lang="en">
                <a:solidFill>
                  <a:srgbClr val="0D0D0D"/>
                </a:solidFill>
                <a:highlight>
                  <a:schemeClr val="lt1"/>
                </a:highlight>
              </a:rPr>
              <a:t>Due to its beneficial effects on blood sugar control and weight management, synthetic versions of GLP-1, known as GLP-1 receptor agonists, have been developed as medications for the treatment of obesity  </a:t>
            </a:r>
            <a:endParaRPr>
              <a:solidFill>
                <a:srgbClr val="0D0D0D"/>
              </a:solidFill>
              <a:highlight>
                <a:schemeClr val="lt1"/>
              </a:highlight>
            </a:endParaRPr>
          </a:p>
          <a:p>
            <a:pPr indent="0" lvl="0" marL="457200" rtl="0" algn="l">
              <a:spcBef>
                <a:spcPts val="0"/>
              </a:spcBef>
              <a:spcAft>
                <a:spcPts val="0"/>
              </a:spcAft>
              <a:buNone/>
            </a:pPr>
            <a:r>
              <a:t/>
            </a:r>
            <a:endParaRPr>
              <a:solidFill>
                <a:srgbClr val="0D0D0D"/>
              </a:solidFill>
              <a:highlight>
                <a:schemeClr val="lt1"/>
              </a:highlight>
            </a:endParaRPr>
          </a:p>
          <a:p>
            <a:pPr indent="0" lvl="0" marL="457200" rtl="0" algn="l">
              <a:spcBef>
                <a:spcPts val="0"/>
              </a:spcBef>
              <a:spcAft>
                <a:spcPts val="0"/>
              </a:spcAft>
              <a:buNone/>
            </a:pPr>
            <a:r>
              <a:t/>
            </a:r>
            <a:endParaRPr>
              <a:solidFill>
                <a:srgbClr val="0D0D0D"/>
              </a:solidFill>
              <a:highlight>
                <a:schemeClr val="lt1"/>
              </a:highlight>
            </a:endParaRPr>
          </a:p>
          <a:p>
            <a:pPr indent="0" lvl="0" marL="0" rtl="0" algn="l">
              <a:lnSpc>
                <a:spcPct val="100000"/>
              </a:lnSpc>
              <a:spcBef>
                <a:spcPts val="0"/>
              </a:spcBef>
              <a:spcAft>
                <a:spcPts val="0"/>
              </a:spcAft>
              <a:buNone/>
            </a:pPr>
            <a:r>
              <a:t/>
            </a:r>
            <a:endParaRPr>
              <a:solidFill>
                <a:srgbClr val="000000"/>
              </a:solidFill>
              <a:highlight>
                <a:srgbClr val="FFFFFF"/>
              </a:highlight>
            </a:endParaRPr>
          </a:p>
          <a:p>
            <a:pPr indent="0" lvl="0" marL="0" rtl="0" algn="l">
              <a:lnSpc>
                <a:spcPct val="100000"/>
              </a:lnSpc>
              <a:spcBef>
                <a:spcPts val="0"/>
              </a:spcBef>
              <a:spcAft>
                <a:spcPts val="0"/>
              </a:spcAft>
              <a:buNone/>
            </a:pPr>
            <a:r>
              <a:t/>
            </a:r>
            <a:endParaRPr>
              <a:solidFill>
                <a:srgbClr val="000000"/>
              </a:solidFill>
              <a:highlight>
                <a:srgbClr val="FFFFFF"/>
              </a:highlight>
            </a:endParaRPr>
          </a:p>
          <a:p>
            <a:pPr indent="0" lvl="0" marL="0" rtl="0" algn="l">
              <a:lnSpc>
                <a:spcPct val="100000"/>
              </a:lnSpc>
              <a:spcBef>
                <a:spcPts val="0"/>
              </a:spcBef>
              <a:spcAft>
                <a:spcPts val="0"/>
              </a:spcAft>
              <a:buNone/>
            </a:pPr>
            <a:r>
              <a:t/>
            </a:r>
            <a:endParaRPr>
              <a:solidFill>
                <a:srgbClr val="000000"/>
              </a:solidFill>
              <a:highlight>
                <a:srgbClr val="FFFFFF"/>
              </a:highlight>
            </a:endParaRPr>
          </a:p>
          <a:p>
            <a:pPr indent="0" lvl="0" marL="457200" rtl="0" algn="l">
              <a:lnSpc>
                <a:spcPct val="100000"/>
              </a:lnSpc>
              <a:spcBef>
                <a:spcPts val="0"/>
              </a:spcBef>
              <a:spcAft>
                <a:spcPts val="0"/>
              </a:spcAft>
              <a:buNone/>
            </a:pPr>
            <a:r>
              <a:t/>
            </a:r>
            <a:endParaRPr>
              <a:solidFill>
                <a:srgbClr val="000000"/>
              </a:solidFill>
              <a:highlight>
                <a:srgbClr val="FFFFFF"/>
              </a:highlight>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45720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
        <p:nvSpPr>
          <p:cNvPr id="126" name="Google Shape;126;p28"/>
          <p:cNvSpPr txBox="1"/>
          <p:nvPr>
            <p:ph type="title"/>
          </p:nvPr>
        </p:nvSpPr>
        <p:spPr>
          <a:xfrm>
            <a:off x="342901" y="849925"/>
            <a:ext cx="7886700" cy="5370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rPr lang="en">
                <a:solidFill>
                  <a:schemeClr val="dk2"/>
                </a:solidFill>
              </a:rPr>
              <a:t>GLP-1</a:t>
            </a:r>
            <a:endParaRPr sz="1400">
              <a:solidFill>
                <a:srgbClr val="000000"/>
              </a:solidFill>
              <a:latin typeface="Arial"/>
              <a:ea typeface="Arial"/>
              <a:cs typeface="Arial"/>
              <a:sym typeface="Arial"/>
            </a:endParaRPr>
          </a:p>
          <a:p>
            <a:pPr indent="0" lvl="0" marL="0" rtl="0" algn="l">
              <a:lnSpc>
                <a:spcPct val="80000"/>
              </a:lnSpc>
              <a:spcBef>
                <a:spcPts val="0"/>
              </a:spcBef>
              <a:spcAft>
                <a:spcPts val="0"/>
              </a:spcAft>
              <a:buClr>
                <a:srgbClr val="005BBB"/>
              </a:buClr>
              <a:buSzPts val="2700"/>
              <a:buFont typeface="Georgia"/>
              <a:buNone/>
            </a:pPr>
            <a:r>
              <a:t/>
            </a:r>
            <a:endParaRPr/>
          </a:p>
        </p:txBody>
      </p:sp>
      <p:pic>
        <p:nvPicPr>
          <p:cNvPr id="127" name="Google Shape;127;p28"/>
          <p:cNvPicPr preferRelativeResize="0"/>
          <p:nvPr/>
        </p:nvPicPr>
        <p:blipFill>
          <a:blip r:embed="rId3">
            <a:alphaModFix/>
          </a:blip>
          <a:stretch>
            <a:fillRect/>
          </a:stretch>
        </p:blipFill>
        <p:spPr>
          <a:xfrm>
            <a:off x="5600700" y="1516250"/>
            <a:ext cx="2940125" cy="2111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9"/>
          <p:cNvSpPr txBox="1"/>
          <p:nvPr>
            <p:ph type="title"/>
          </p:nvPr>
        </p:nvSpPr>
        <p:spPr>
          <a:xfrm>
            <a:off x="427101" y="990600"/>
            <a:ext cx="7886700" cy="537000"/>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rgbClr val="005BBB"/>
              </a:buClr>
              <a:buSzPts val="2700"/>
              <a:buFont typeface="Georgia"/>
              <a:buNone/>
            </a:pPr>
            <a:r>
              <a:rPr lang="en"/>
              <a:t>Effect on Homeostasis </a:t>
            </a:r>
            <a:endParaRPr/>
          </a:p>
        </p:txBody>
      </p:sp>
      <p:sp>
        <p:nvSpPr>
          <p:cNvPr id="133" name="Google Shape;133;p29"/>
          <p:cNvSpPr txBox="1"/>
          <p:nvPr/>
        </p:nvSpPr>
        <p:spPr>
          <a:xfrm>
            <a:off x="769125" y="2042975"/>
            <a:ext cx="6922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dk1"/>
              </a:solidFill>
            </a:endParaRPr>
          </a:p>
        </p:txBody>
      </p:sp>
      <p:sp>
        <p:nvSpPr>
          <p:cNvPr id="134" name="Google Shape;134;p29"/>
          <p:cNvSpPr txBox="1"/>
          <p:nvPr/>
        </p:nvSpPr>
        <p:spPr>
          <a:xfrm>
            <a:off x="429525" y="1370000"/>
            <a:ext cx="7886700" cy="35094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rgbClr val="0D0D0D"/>
              </a:buClr>
              <a:buSzPts val="1400"/>
              <a:buChar char="●"/>
            </a:pPr>
            <a:r>
              <a:rPr lang="en">
                <a:solidFill>
                  <a:srgbClr val="0D0D0D"/>
                </a:solidFill>
              </a:rPr>
              <a:t>GLP-1 is unable to stimulate insulin secretion at low levels of glucose in humans. </a:t>
            </a:r>
            <a:endParaRPr>
              <a:solidFill>
                <a:srgbClr val="0D0D0D"/>
              </a:solidFill>
            </a:endParaRPr>
          </a:p>
          <a:p>
            <a:pPr indent="0" lvl="0" marL="914400" rtl="0" algn="l">
              <a:spcBef>
                <a:spcPts val="0"/>
              </a:spcBef>
              <a:spcAft>
                <a:spcPts val="0"/>
              </a:spcAft>
              <a:buNone/>
            </a:pPr>
            <a:r>
              <a:t/>
            </a:r>
            <a:endParaRPr>
              <a:solidFill>
                <a:srgbClr val="0D0D0D"/>
              </a:solidFill>
            </a:endParaRPr>
          </a:p>
          <a:p>
            <a:pPr indent="-317500" lvl="0" marL="457200" rtl="0" algn="l">
              <a:spcBef>
                <a:spcPts val="0"/>
              </a:spcBef>
              <a:spcAft>
                <a:spcPts val="0"/>
              </a:spcAft>
              <a:buClr>
                <a:srgbClr val="212121"/>
              </a:buClr>
              <a:buSzPts val="1400"/>
              <a:buChar char="●"/>
            </a:pPr>
            <a:r>
              <a:rPr lang="en">
                <a:solidFill>
                  <a:srgbClr val="0D0D0D"/>
                </a:solidFill>
                <a:highlight>
                  <a:srgbClr val="FFFFFF"/>
                </a:highlight>
              </a:rPr>
              <a:t>GLP-1 binding to its receptor, activates protein Heterotrimeric Gs, which then increases the activity of adenylate cyclase, leading to the formation of cAMP.</a:t>
            </a:r>
            <a:endParaRPr>
              <a:solidFill>
                <a:srgbClr val="0D0D0D"/>
              </a:solidFill>
              <a:highlight>
                <a:srgbClr val="FFFFFF"/>
              </a:highlight>
            </a:endParaRPr>
          </a:p>
          <a:p>
            <a:pPr indent="0" lvl="0" marL="914400" rtl="0" algn="l">
              <a:spcBef>
                <a:spcPts val="0"/>
              </a:spcBef>
              <a:spcAft>
                <a:spcPts val="0"/>
              </a:spcAft>
              <a:buNone/>
            </a:pPr>
            <a:r>
              <a:t/>
            </a:r>
            <a:endParaRPr sz="1600">
              <a:solidFill>
                <a:srgbClr val="0D0D0D"/>
              </a:solidFill>
              <a:highlight>
                <a:srgbClr val="FFFFFF"/>
              </a:highlight>
            </a:endParaRPr>
          </a:p>
          <a:p>
            <a:pPr indent="-330200" lvl="0" marL="457200" rtl="0" algn="l">
              <a:spcBef>
                <a:spcPts val="0"/>
              </a:spcBef>
              <a:spcAft>
                <a:spcPts val="0"/>
              </a:spcAft>
              <a:buClr>
                <a:srgbClr val="0D0D0D"/>
              </a:buClr>
              <a:buSzPts val="1600"/>
              <a:buChar char="●"/>
            </a:pPr>
            <a:r>
              <a:rPr lang="en">
                <a:solidFill>
                  <a:srgbClr val="0D0D0D"/>
                </a:solidFill>
                <a:highlight>
                  <a:srgbClr val="FFFFFF"/>
                </a:highlight>
                <a:latin typeface="Roboto"/>
                <a:ea typeface="Roboto"/>
                <a:cs typeface="Roboto"/>
                <a:sym typeface="Roboto"/>
              </a:rPr>
              <a:t>Elevated cAMP levels lead to the activation of both protein kinase A (PKA) and the cAMP-regulated guanine nucleotide exchange factor II.</a:t>
            </a:r>
            <a:endParaRPr sz="1600">
              <a:solidFill>
                <a:srgbClr val="0D0D0D"/>
              </a:solidFill>
              <a:highlight>
                <a:srgbClr val="FFFFFF"/>
              </a:highlight>
            </a:endParaRPr>
          </a:p>
          <a:p>
            <a:pPr indent="0" lvl="0" marL="914400" rtl="0" algn="l">
              <a:spcBef>
                <a:spcPts val="0"/>
              </a:spcBef>
              <a:spcAft>
                <a:spcPts val="0"/>
              </a:spcAft>
              <a:buNone/>
            </a:pPr>
            <a:r>
              <a:t/>
            </a:r>
            <a:endParaRPr>
              <a:solidFill>
                <a:srgbClr val="0D0D0D"/>
              </a:solidFill>
              <a:highlight>
                <a:srgbClr val="FFFFFF"/>
              </a:highlight>
            </a:endParaRPr>
          </a:p>
          <a:p>
            <a:pPr indent="-317500" lvl="0" marL="457200" rtl="0" algn="l">
              <a:spcBef>
                <a:spcPts val="0"/>
              </a:spcBef>
              <a:spcAft>
                <a:spcPts val="0"/>
              </a:spcAft>
              <a:buClr>
                <a:srgbClr val="0D0D0D"/>
              </a:buClr>
              <a:buSzPts val="1400"/>
              <a:buChar char="●"/>
            </a:pPr>
            <a:r>
              <a:rPr lang="en">
                <a:solidFill>
                  <a:srgbClr val="0D0D0D"/>
                </a:solidFill>
                <a:highlight>
                  <a:srgbClr val="FFFFFF"/>
                </a:highlight>
              </a:rPr>
              <a:t>When glucose levels are high, GLP-1 influences ATP-sensitive or voltage-gated potassium and calcium channels. This causes membrane depolarization and the release of calcium ions (Ca2+) from both internal and external storage. The increased Ca2+ levels, along with cAMP, stimulate the release of insulin-containing vesicles. </a:t>
            </a:r>
            <a:endParaRPr>
              <a:solidFill>
                <a:srgbClr val="0D0D0D"/>
              </a:solidFill>
              <a:highlight>
                <a:srgbClr val="FFFFFF"/>
              </a:highlight>
            </a:endParaRPr>
          </a:p>
          <a:p>
            <a:pPr indent="0" lvl="0" marL="0" rtl="0" algn="l">
              <a:spcBef>
                <a:spcPts val="0"/>
              </a:spcBef>
              <a:spcAft>
                <a:spcPts val="0"/>
              </a:spcAft>
              <a:buNone/>
            </a:pPr>
            <a:r>
              <a:t/>
            </a:r>
            <a:endParaRPr>
              <a:solidFill>
                <a:srgbClr val="0D0D0D"/>
              </a:solidFill>
              <a:highlight>
                <a:srgbClr val="FFFFFF"/>
              </a:highlight>
            </a:endParaRPr>
          </a:p>
          <a:p>
            <a:pPr indent="0" lvl="0" marL="914400" rtl="0" algn="l">
              <a:spcBef>
                <a:spcPts val="0"/>
              </a:spcBef>
              <a:spcAft>
                <a:spcPts val="0"/>
              </a:spcAft>
              <a:buNone/>
            </a:pPr>
            <a:r>
              <a:t/>
            </a:r>
            <a:endParaRPr sz="1500">
              <a:solidFill>
                <a:srgbClr val="0D0D0D"/>
              </a:solidFill>
            </a:endParaRPr>
          </a:p>
          <a:p>
            <a:pPr indent="0" lvl="0" marL="0" rtl="0" algn="l">
              <a:spcBef>
                <a:spcPts val="0"/>
              </a:spcBef>
              <a:spcAft>
                <a:spcPts val="0"/>
              </a:spcAft>
              <a:buNone/>
            </a:pPr>
            <a:r>
              <a:t/>
            </a:r>
            <a:endParaRPr sz="1500">
              <a:solidFill>
                <a:srgbClr val="0D0D0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0"/>
          <p:cNvSpPr txBox="1"/>
          <p:nvPr>
            <p:ph type="ctrTitle"/>
          </p:nvPr>
        </p:nvSpPr>
        <p:spPr>
          <a:xfrm>
            <a:off x="493776" y="1117997"/>
            <a:ext cx="4978800" cy="1790700"/>
          </a:xfrm>
          <a:prstGeom prst="rect">
            <a:avLst/>
          </a:prstGeom>
          <a:noFill/>
          <a:ln>
            <a:noFill/>
          </a:ln>
        </p:spPr>
        <p:txBody>
          <a:bodyPr anchorCtr="0" anchor="b" bIns="34275" lIns="0" spcFirstLastPara="1" rIns="68575" wrap="square" tIns="34275">
            <a:noAutofit/>
          </a:bodyPr>
          <a:lstStyle/>
          <a:p>
            <a:pPr indent="0" lvl="0" marL="0" rtl="0" algn="l">
              <a:lnSpc>
                <a:spcPct val="96666"/>
              </a:lnSpc>
              <a:spcBef>
                <a:spcPts val="0"/>
              </a:spcBef>
              <a:spcAft>
                <a:spcPts val="0"/>
              </a:spcAft>
              <a:buClr>
                <a:schemeClr val="lt1"/>
              </a:buClr>
              <a:buSzPts val="4500"/>
              <a:buFont typeface="Arial"/>
              <a:buNone/>
            </a:pPr>
            <a:r>
              <a:rPr lang="en"/>
              <a:t>Model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1"/>
          <p:cNvSpPr txBox="1"/>
          <p:nvPr>
            <p:ph type="title"/>
          </p:nvPr>
        </p:nvSpPr>
        <p:spPr>
          <a:xfrm>
            <a:off x="427101" y="990600"/>
            <a:ext cx="7886700" cy="537000"/>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rgbClr val="005BBB"/>
              </a:buClr>
              <a:buSzPts val="2700"/>
              <a:buFont typeface="Georgia"/>
              <a:buNone/>
            </a:pPr>
            <a:r>
              <a:rPr lang="en"/>
              <a:t>Overall </a:t>
            </a:r>
            <a:r>
              <a:rPr lang="en"/>
              <a:t>Model </a:t>
            </a:r>
            <a:endParaRPr/>
          </a:p>
        </p:txBody>
      </p:sp>
      <p:pic>
        <p:nvPicPr>
          <p:cNvPr id="145" name="Google Shape;145;p31"/>
          <p:cNvPicPr preferRelativeResize="0"/>
          <p:nvPr/>
        </p:nvPicPr>
        <p:blipFill>
          <a:blip r:embed="rId3">
            <a:alphaModFix/>
          </a:blip>
          <a:stretch>
            <a:fillRect/>
          </a:stretch>
        </p:blipFill>
        <p:spPr>
          <a:xfrm>
            <a:off x="2278025" y="1527600"/>
            <a:ext cx="4905375" cy="3228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2"/>
          <p:cNvSpPr txBox="1"/>
          <p:nvPr>
            <p:ph type="title"/>
          </p:nvPr>
        </p:nvSpPr>
        <p:spPr>
          <a:xfrm>
            <a:off x="427101" y="990600"/>
            <a:ext cx="7886700" cy="537000"/>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rgbClr val="005BBB"/>
              </a:buClr>
              <a:buSzPts val="2700"/>
              <a:buFont typeface="Georgia"/>
              <a:buNone/>
            </a:pPr>
            <a:r>
              <a:rPr lang="en"/>
              <a:t>Intracellular Model </a:t>
            </a:r>
            <a:endParaRPr/>
          </a:p>
        </p:txBody>
      </p:sp>
      <p:pic>
        <p:nvPicPr>
          <p:cNvPr descr="image" id="151" name="Google Shape;151;p32"/>
          <p:cNvPicPr preferRelativeResize="0"/>
          <p:nvPr/>
        </p:nvPicPr>
        <p:blipFill>
          <a:blip r:embed="rId3">
            <a:alphaModFix/>
          </a:blip>
          <a:stretch>
            <a:fillRect/>
          </a:stretch>
        </p:blipFill>
        <p:spPr>
          <a:xfrm>
            <a:off x="1451013" y="1527600"/>
            <a:ext cx="5838871" cy="3253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3"/>
          <p:cNvSpPr txBox="1"/>
          <p:nvPr>
            <p:ph type="title"/>
          </p:nvPr>
        </p:nvSpPr>
        <p:spPr>
          <a:xfrm>
            <a:off x="427101" y="990600"/>
            <a:ext cx="7886700" cy="537000"/>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rgbClr val="005BBB"/>
              </a:buClr>
              <a:buSzPts val="2700"/>
              <a:buFont typeface="Georgia"/>
              <a:buNone/>
            </a:pPr>
            <a:r>
              <a:rPr lang="en"/>
              <a:t>Model </a:t>
            </a:r>
            <a:endParaRPr/>
          </a:p>
        </p:txBody>
      </p:sp>
      <p:sp>
        <p:nvSpPr>
          <p:cNvPr id="157" name="Google Shape;157;p33"/>
          <p:cNvSpPr txBox="1"/>
          <p:nvPr/>
        </p:nvSpPr>
        <p:spPr>
          <a:xfrm>
            <a:off x="5600700" y="1680000"/>
            <a:ext cx="3319800" cy="22776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u="sng">
                <a:solidFill>
                  <a:srgbClr val="0D0D0D"/>
                </a:solidFill>
              </a:rPr>
              <a:t>Key: </a:t>
            </a:r>
            <a:endParaRPr b="1" sz="1500" u="sng">
              <a:solidFill>
                <a:srgbClr val="0D0D0D"/>
              </a:solidFill>
            </a:endParaRPr>
          </a:p>
          <a:p>
            <a:pPr indent="0" lvl="0" marL="0" rtl="0" algn="l">
              <a:spcBef>
                <a:spcPts val="0"/>
              </a:spcBef>
              <a:spcAft>
                <a:spcPts val="0"/>
              </a:spcAft>
              <a:buNone/>
            </a:pPr>
            <a:r>
              <a:t/>
            </a:r>
            <a:endParaRPr sz="1500">
              <a:solidFill>
                <a:srgbClr val="0D0D0D"/>
              </a:solidFill>
            </a:endParaRPr>
          </a:p>
          <a:p>
            <a:pPr indent="0" lvl="0" marL="0" rtl="0" algn="l">
              <a:spcBef>
                <a:spcPts val="0"/>
              </a:spcBef>
              <a:spcAft>
                <a:spcPts val="0"/>
              </a:spcAft>
              <a:buNone/>
            </a:pPr>
            <a:r>
              <a:rPr b="1" lang="en" sz="1500">
                <a:solidFill>
                  <a:srgbClr val="0D0D0D"/>
                </a:solidFill>
              </a:rPr>
              <a:t>L:</a:t>
            </a:r>
            <a:r>
              <a:rPr lang="en" sz="1500">
                <a:solidFill>
                  <a:srgbClr val="0D0D0D"/>
                </a:solidFill>
              </a:rPr>
              <a:t> GLP-1 Ligand </a:t>
            </a:r>
            <a:endParaRPr sz="1500">
              <a:solidFill>
                <a:srgbClr val="0D0D0D"/>
              </a:solidFill>
            </a:endParaRPr>
          </a:p>
          <a:p>
            <a:pPr indent="0" lvl="0" marL="0" rtl="0" algn="l">
              <a:spcBef>
                <a:spcPts val="0"/>
              </a:spcBef>
              <a:spcAft>
                <a:spcPts val="0"/>
              </a:spcAft>
              <a:buNone/>
            </a:pPr>
            <a:r>
              <a:rPr b="1" lang="en" sz="1500">
                <a:solidFill>
                  <a:srgbClr val="0D0D0D"/>
                </a:solidFill>
              </a:rPr>
              <a:t>R: </a:t>
            </a:r>
            <a:r>
              <a:rPr lang="en" sz="1500">
                <a:solidFill>
                  <a:srgbClr val="0D0D0D"/>
                </a:solidFill>
              </a:rPr>
              <a:t>Receptor found on surface of pancreatic β cells </a:t>
            </a:r>
            <a:endParaRPr sz="1500">
              <a:solidFill>
                <a:srgbClr val="0D0D0D"/>
              </a:solidFill>
            </a:endParaRPr>
          </a:p>
          <a:p>
            <a:pPr indent="0" lvl="0" marL="0" rtl="0" algn="l">
              <a:spcBef>
                <a:spcPts val="0"/>
              </a:spcBef>
              <a:spcAft>
                <a:spcPts val="0"/>
              </a:spcAft>
              <a:buNone/>
            </a:pPr>
            <a:r>
              <a:rPr b="1" lang="en" sz="1500">
                <a:solidFill>
                  <a:srgbClr val="0D0D0D"/>
                </a:solidFill>
              </a:rPr>
              <a:t>AC:</a:t>
            </a:r>
            <a:r>
              <a:rPr lang="en" sz="1500">
                <a:solidFill>
                  <a:srgbClr val="0D0D0D"/>
                </a:solidFill>
              </a:rPr>
              <a:t> </a:t>
            </a:r>
            <a:r>
              <a:rPr lang="en" sz="1500">
                <a:solidFill>
                  <a:srgbClr val="0D0D0D"/>
                </a:solidFill>
              </a:rPr>
              <a:t>Adenylyl</a:t>
            </a:r>
            <a:r>
              <a:rPr lang="en" sz="1500">
                <a:solidFill>
                  <a:srgbClr val="0D0D0D"/>
                </a:solidFill>
              </a:rPr>
              <a:t> Cyclase</a:t>
            </a:r>
            <a:endParaRPr sz="1500">
              <a:solidFill>
                <a:srgbClr val="0D0D0D"/>
              </a:solidFill>
            </a:endParaRPr>
          </a:p>
          <a:p>
            <a:pPr indent="0" lvl="0" marL="0" rtl="0" algn="l">
              <a:spcBef>
                <a:spcPts val="0"/>
              </a:spcBef>
              <a:spcAft>
                <a:spcPts val="0"/>
              </a:spcAft>
              <a:buNone/>
            </a:pPr>
            <a:r>
              <a:rPr b="1" lang="en" sz="1500">
                <a:solidFill>
                  <a:srgbClr val="0D0D0D"/>
                </a:solidFill>
              </a:rPr>
              <a:t>cAMP:</a:t>
            </a:r>
            <a:r>
              <a:rPr lang="en" sz="1500">
                <a:solidFill>
                  <a:srgbClr val="0D0D0D"/>
                </a:solidFill>
              </a:rPr>
              <a:t> Cyclic AMP </a:t>
            </a:r>
            <a:endParaRPr sz="1500">
              <a:solidFill>
                <a:srgbClr val="0D0D0D"/>
              </a:solidFill>
            </a:endParaRPr>
          </a:p>
          <a:p>
            <a:pPr indent="0" lvl="0" marL="0" rtl="0" algn="l">
              <a:spcBef>
                <a:spcPts val="0"/>
              </a:spcBef>
              <a:spcAft>
                <a:spcPts val="0"/>
              </a:spcAft>
              <a:buNone/>
            </a:pPr>
            <a:r>
              <a:rPr b="1" lang="en" sz="1500">
                <a:solidFill>
                  <a:srgbClr val="0D0D0D"/>
                </a:solidFill>
              </a:rPr>
              <a:t>PKA: </a:t>
            </a:r>
            <a:r>
              <a:rPr lang="en" sz="1500">
                <a:solidFill>
                  <a:srgbClr val="0D0D0D"/>
                </a:solidFill>
              </a:rPr>
              <a:t>Protein Kinase A</a:t>
            </a:r>
            <a:endParaRPr sz="1500">
              <a:solidFill>
                <a:srgbClr val="0D0D0D"/>
              </a:solidFill>
            </a:endParaRPr>
          </a:p>
          <a:p>
            <a:pPr indent="0" lvl="0" marL="0" rtl="0" algn="l">
              <a:spcBef>
                <a:spcPts val="0"/>
              </a:spcBef>
              <a:spcAft>
                <a:spcPts val="0"/>
              </a:spcAft>
              <a:buNone/>
            </a:pPr>
            <a:r>
              <a:rPr b="1" lang="en" sz="1500">
                <a:solidFill>
                  <a:srgbClr val="0D0D0D"/>
                </a:solidFill>
              </a:rPr>
              <a:t>PKA*: </a:t>
            </a:r>
            <a:r>
              <a:rPr lang="en" sz="1500">
                <a:solidFill>
                  <a:srgbClr val="0D0D0D"/>
                </a:solidFill>
              </a:rPr>
              <a:t>Activated Protein Kinase A</a:t>
            </a:r>
            <a:endParaRPr sz="1500">
              <a:solidFill>
                <a:srgbClr val="0D0D0D"/>
              </a:solidFill>
            </a:endParaRPr>
          </a:p>
          <a:p>
            <a:pPr indent="0" lvl="0" marL="0" rtl="0" algn="l">
              <a:spcBef>
                <a:spcPts val="0"/>
              </a:spcBef>
              <a:spcAft>
                <a:spcPts val="0"/>
              </a:spcAft>
              <a:buNone/>
            </a:pPr>
            <a:r>
              <a:t/>
            </a:r>
            <a:endParaRPr baseline="-25000" sz="1500">
              <a:solidFill>
                <a:schemeClr val="dk1"/>
              </a:solidFill>
            </a:endParaRPr>
          </a:p>
        </p:txBody>
      </p:sp>
      <p:pic>
        <p:nvPicPr>
          <p:cNvPr id="158" name="Google Shape;158;p33"/>
          <p:cNvPicPr preferRelativeResize="0"/>
          <p:nvPr/>
        </p:nvPicPr>
        <p:blipFill rotWithShape="1">
          <a:blip r:embed="rId3">
            <a:alphaModFix/>
          </a:blip>
          <a:srcRect b="7034" l="5186" r="4763" t="10687"/>
          <a:stretch/>
        </p:blipFill>
        <p:spPr>
          <a:xfrm>
            <a:off x="427100" y="1758225"/>
            <a:ext cx="4768875" cy="20156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4"/>
          <p:cNvSpPr txBox="1"/>
          <p:nvPr>
            <p:ph type="ctrTitle"/>
          </p:nvPr>
        </p:nvSpPr>
        <p:spPr>
          <a:xfrm>
            <a:off x="495300" y="1304925"/>
            <a:ext cx="6782400" cy="1790700"/>
          </a:xfrm>
          <a:prstGeom prst="rect">
            <a:avLst/>
          </a:prstGeom>
          <a:noFill/>
          <a:ln>
            <a:noFill/>
          </a:ln>
        </p:spPr>
        <p:txBody>
          <a:bodyPr anchorCtr="0" anchor="b" bIns="34275" lIns="0" spcFirstLastPara="1" rIns="68575" wrap="square" tIns="34275">
            <a:noAutofit/>
          </a:bodyPr>
          <a:lstStyle/>
          <a:p>
            <a:pPr indent="0" lvl="0" marL="0" rtl="0" algn="l">
              <a:lnSpc>
                <a:spcPct val="96666"/>
              </a:lnSpc>
              <a:spcBef>
                <a:spcPts val="0"/>
              </a:spcBef>
              <a:spcAft>
                <a:spcPts val="0"/>
              </a:spcAft>
              <a:buClr>
                <a:schemeClr val="lt1"/>
              </a:buClr>
              <a:buSzPts val="4500"/>
              <a:buFont typeface="Arial"/>
              <a:buNone/>
            </a:pPr>
            <a:r>
              <a:rPr lang="en"/>
              <a:t>Differential Equations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5"/>
          <p:cNvSpPr txBox="1"/>
          <p:nvPr>
            <p:ph type="title"/>
          </p:nvPr>
        </p:nvSpPr>
        <p:spPr>
          <a:xfrm>
            <a:off x="427101" y="990600"/>
            <a:ext cx="7886700" cy="537000"/>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rgbClr val="005BBB"/>
              </a:buClr>
              <a:buSzPts val="2700"/>
              <a:buFont typeface="Georgia"/>
              <a:buNone/>
            </a:pPr>
            <a:r>
              <a:rPr lang="en"/>
              <a:t>Differential</a:t>
            </a:r>
            <a:r>
              <a:rPr lang="en"/>
              <a:t> Equations </a:t>
            </a:r>
            <a:endParaRPr/>
          </a:p>
        </p:txBody>
      </p:sp>
      <p:pic>
        <p:nvPicPr>
          <p:cNvPr id="169" name="Google Shape;169;p35"/>
          <p:cNvPicPr preferRelativeResize="0"/>
          <p:nvPr/>
        </p:nvPicPr>
        <p:blipFill rotWithShape="1">
          <a:blip r:embed="rId3">
            <a:alphaModFix/>
          </a:blip>
          <a:srcRect b="0" l="0" r="0" t="12663"/>
          <a:stretch/>
        </p:blipFill>
        <p:spPr>
          <a:xfrm>
            <a:off x="165213" y="1527600"/>
            <a:ext cx="8813573" cy="29991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6"/>
          <p:cNvSpPr txBox="1"/>
          <p:nvPr>
            <p:ph type="ctrTitle"/>
          </p:nvPr>
        </p:nvSpPr>
        <p:spPr>
          <a:xfrm>
            <a:off x="493776" y="1117997"/>
            <a:ext cx="4978800" cy="1790700"/>
          </a:xfrm>
          <a:prstGeom prst="rect">
            <a:avLst/>
          </a:prstGeom>
          <a:noFill/>
          <a:ln>
            <a:noFill/>
          </a:ln>
        </p:spPr>
        <p:txBody>
          <a:bodyPr anchorCtr="0" anchor="b" bIns="34275" lIns="0" spcFirstLastPara="1" rIns="68575" wrap="square" tIns="34275">
            <a:noAutofit/>
          </a:bodyPr>
          <a:lstStyle/>
          <a:p>
            <a:pPr indent="0" lvl="0" marL="0" rtl="0" algn="l">
              <a:lnSpc>
                <a:spcPct val="96666"/>
              </a:lnSpc>
              <a:spcBef>
                <a:spcPts val="0"/>
              </a:spcBef>
              <a:spcAft>
                <a:spcPts val="0"/>
              </a:spcAft>
              <a:buClr>
                <a:schemeClr val="lt1"/>
              </a:buClr>
              <a:buSzPts val="4500"/>
              <a:buFont typeface="Arial"/>
              <a:buNone/>
            </a:pPr>
            <a:r>
              <a:rPr lang="en"/>
              <a:t>MATLAB Code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7"/>
          <p:cNvSpPr txBox="1"/>
          <p:nvPr>
            <p:ph type="title"/>
          </p:nvPr>
        </p:nvSpPr>
        <p:spPr>
          <a:xfrm>
            <a:off x="427101" y="990600"/>
            <a:ext cx="7886700" cy="537000"/>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rgbClr val="005BBB"/>
              </a:buClr>
              <a:buSzPts val="2700"/>
              <a:buFont typeface="Georgia"/>
              <a:buNone/>
            </a:pPr>
            <a:r>
              <a:rPr lang="en"/>
              <a:t>MATLAB Code</a:t>
            </a:r>
            <a:endParaRPr/>
          </a:p>
        </p:txBody>
      </p:sp>
      <p:pic>
        <p:nvPicPr>
          <p:cNvPr id="180" name="Google Shape;180;p37"/>
          <p:cNvPicPr preferRelativeResize="0"/>
          <p:nvPr/>
        </p:nvPicPr>
        <p:blipFill rotWithShape="1">
          <a:blip r:embed="rId3">
            <a:alphaModFix/>
          </a:blip>
          <a:srcRect b="9973" l="2534" r="53301" t="20865"/>
          <a:stretch/>
        </p:blipFill>
        <p:spPr>
          <a:xfrm>
            <a:off x="342900" y="1527600"/>
            <a:ext cx="3324324" cy="3253949"/>
          </a:xfrm>
          <a:prstGeom prst="rect">
            <a:avLst/>
          </a:prstGeom>
          <a:noFill/>
          <a:ln>
            <a:noFill/>
          </a:ln>
        </p:spPr>
      </p:pic>
      <p:pic>
        <p:nvPicPr>
          <p:cNvPr id="181" name="Google Shape;181;p37"/>
          <p:cNvPicPr preferRelativeResize="0"/>
          <p:nvPr/>
        </p:nvPicPr>
        <p:blipFill rotWithShape="1">
          <a:blip r:embed="rId4">
            <a:alphaModFix/>
          </a:blip>
          <a:srcRect b="2578" l="5956" r="41381" t="20693"/>
          <a:stretch/>
        </p:blipFill>
        <p:spPr>
          <a:xfrm>
            <a:off x="4572000" y="1527600"/>
            <a:ext cx="3324324" cy="32539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8"/>
          <p:cNvSpPr txBox="1"/>
          <p:nvPr>
            <p:ph type="ctrTitle"/>
          </p:nvPr>
        </p:nvSpPr>
        <p:spPr>
          <a:xfrm>
            <a:off x="493776" y="1117997"/>
            <a:ext cx="4978800" cy="1790700"/>
          </a:xfrm>
          <a:prstGeom prst="rect">
            <a:avLst/>
          </a:prstGeom>
          <a:noFill/>
          <a:ln>
            <a:noFill/>
          </a:ln>
        </p:spPr>
        <p:txBody>
          <a:bodyPr anchorCtr="0" anchor="b" bIns="34275" lIns="0" spcFirstLastPara="1" rIns="68575" wrap="square" tIns="34275">
            <a:noAutofit/>
          </a:bodyPr>
          <a:lstStyle/>
          <a:p>
            <a:pPr indent="0" lvl="0" marL="0" rtl="0" algn="l">
              <a:lnSpc>
                <a:spcPct val="96666"/>
              </a:lnSpc>
              <a:spcBef>
                <a:spcPts val="0"/>
              </a:spcBef>
              <a:spcAft>
                <a:spcPts val="0"/>
              </a:spcAft>
              <a:buClr>
                <a:schemeClr val="lt1"/>
              </a:buClr>
              <a:buSzPts val="4500"/>
              <a:buFont typeface="Arial"/>
              <a:buNone/>
            </a:pPr>
            <a:r>
              <a:rPr lang="en"/>
              <a:t>Analysis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9"/>
          <p:cNvSpPr txBox="1"/>
          <p:nvPr>
            <p:ph type="title"/>
          </p:nvPr>
        </p:nvSpPr>
        <p:spPr>
          <a:xfrm>
            <a:off x="427101" y="990600"/>
            <a:ext cx="3201490" cy="537063"/>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rgbClr val="005BBB"/>
              </a:buClr>
              <a:buSzPts val="2700"/>
              <a:buFont typeface="Georgia"/>
              <a:buNone/>
            </a:pPr>
            <a:r>
              <a:rPr lang="en"/>
              <a:t>Model Analysis</a:t>
            </a:r>
            <a:endParaRPr/>
          </a:p>
        </p:txBody>
      </p:sp>
      <p:pic>
        <p:nvPicPr>
          <p:cNvPr id="192" name="Google Shape;192;p39"/>
          <p:cNvPicPr preferRelativeResize="0"/>
          <p:nvPr/>
        </p:nvPicPr>
        <p:blipFill>
          <a:blip r:embed="rId3">
            <a:alphaModFix/>
          </a:blip>
          <a:stretch>
            <a:fillRect/>
          </a:stretch>
        </p:blipFill>
        <p:spPr>
          <a:xfrm>
            <a:off x="2485900" y="1489000"/>
            <a:ext cx="4390084" cy="3292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40"/>
          <p:cNvSpPr txBox="1"/>
          <p:nvPr>
            <p:ph idx="1" type="body"/>
          </p:nvPr>
        </p:nvSpPr>
        <p:spPr>
          <a:xfrm>
            <a:off x="427100" y="1641950"/>
            <a:ext cx="7455300" cy="25998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t/>
            </a:r>
            <a:endParaRPr/>
          </a:p>
          <a:p>
            <a:pPr indent="-317500" lvl="0" marL="457200" rtl="0" algn="l">
              <a:spcBef>
                <a:spcPts val="800"/>
              </a:spcBef>
              <a:spcAft>
                <a:spcPts val="0"/>
              </a:spcAft>
              <a:buSzPts val="1400"/>
              <a:buChar char="●"/>
            </a:pPr>
            <a:r>
              <a:rPr lang="en"/>
              <a:t>deorphanization of orphan gpcr to provide novel targets</a:t>
            </a:r>
            <a:endParaRPr/>
          </a:p>
          <a:p>
            <a:pPr indent="-317500" lvl="0" marL="457200" rtl="0" algn="l">
              <a:spcBef>
                <a:spcPts val="0"/>
              </a:spcBef>
              <a:spcAft>
                <a:spcPts val="0"/>
              </a:spcAft>
              <a:buSzPts val="1400"/>
              <a:buChar char="●"/>
            </a:pPr>
            <a:r>
              <a:rPr lang="en"/>
              <a:t>development of </a:t>
            </a:r>
            <a:r>
              <a:rPr lang="en"/>
              <a:t>lead compounds that target B2 and F GPCR</a:t>
            </a:r>
            <a:endParaRPr/>
          </a:p>
          <a:p>
            <a:pPr indent="-317500" lvl="0" marL="457200" rtl="0" algn="l">
              <a:spcBef>
                <a:spcPts val="0"/>
              </a:spcBef>
              <a:spcAft>
                <a:spcPts val="0"/>
              </a:spcAft>
              <a:buSzPts val="1400"/>
              <a:buChar char="●"/>
            </a:pPr>
            <a:r>
              <a:rPr lang="en"/>
              <a:t>polypharmacology to improve drug therapies</a:t>
            </a:r>
            <a:endParaRPr/>
          </a:p>
          <a:p>
            <a:pPr indent="-317500" lvl="0" marL="457200" rtl="0" algn="l">
              <a:spcBef>
                <a:spcPts val="0"/>
              </a:spcBef>
              <a:spcAft>
                <a:spcPts val="0"/>
              </a:spcAft>
              <a:buSzPts val="1400"/>
              <a:buChar char="●"/>
            </a:pPr>
            <a:r>
              <a:rPr lang="en"/>
              <a:t>integrate and </a:t>
            </a:r>
            <a:r>
              <a:rPr lang="en"/>
              <a:t>refinement</a:t>
            </a:r>
            <a:r>
              <a:rPr lang="en"/>
              <a:t> of data to ai to guide virtual and experimental screening of </a:t>
            </a:r>
            <a:r>
              <a:rPr lang="en"/>
              <a:t>therapeutic</a:t>
            </a:r>
            <a:r>
              <a:rPr lang="en"/>
              <a:t> agents</a:t>
            </a:r>
            <a:endParaRPr/>
          </a:p>
        </p:txBody>
      </p:sp>
      <p:sp>
        <p:nvSpPr>
          <p:cNvPr id="198" name="Google Shape;198;p40"/>
          <p:cNvSpPr txBox="1"/>
          <p:nvPr>
            <p:ph type="title"/>
          </p:nvPr>
        </p:nvSpPr>
        <p:spPr>
          <a:xfrm>
            <a:off x="427101" y="990600"/>
            <a:ext cx="7886700" cy="5370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a:t>Conclusion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1"/>
          <p:cNvSpPr txBox="1"/>
          <p:nvPr>
            <p:ph idx="1" type="body"/>
          </p:nvPr>
        </p:nvSpPr>
        <p:spPr>
          <a:xfrm>
            <a:off x="425196" y="1639062"/>
            <a:ext cx="6418200" cy="2799300"/>
          </a:xfrm>
          <a:prstGeom prst="rect">
            <a:avLst/>
          </a:prstGeom>
        </p:spPr>
        <p:txBody>
          <a:bodyPr anchorCtr="0" anchor="t" bIns="34275" lIns="137150" spcFirstLastPara="1" rIns="137150" wrap="square" tIns="34275">
            <a:noAutofit/>
          </a:bodyPr>
          <a:lstStyle/>
          <a:p>
            <a:pPr indent="-317500" lvl="0" marL="457200" rtl="0" algn="l">
              <a:spcBef>
                <a:spcPts val="800"/>
              </a:spcBef>
              <a:spcAft>
                <a:spcPts val="0"/>
              </a:spcAft>
              <a:buClr>
                <a:schemeClr val="dk2"/>
              </a:buClr>
              <a:buSzPts val="1400"/>
              <a:buChar char="●"/>
            </a:pPr>
            <a:r>
              <a:rPr lang="en" sz="1400"/>
              <a:t>class A gpcr family challenge to obtain high resolution structures, limited structural information</a:t>
            </a:r>
            <a:endParaRPr sz="1400"/>
          </a:p>
          <a:p>
            <a:pPr indent="-317500" lvl="0" marL="457200" rtl="0" algn="l">
              <a:spcBef>
                <a:spcPts val="0"/>
              </a:spcBef>
              <a:spcAft>
                <a:spcPts val="0"/>
              </a:spcAft>
              <a:buClr>
                <a:schemeClr val="dk2"/>
              </a:buClr>
              <a:buSzPts val="1400"/>
              <a:buChar char="●"/>
            </a:pPr>
            <a:r>
              <a:rPr lang="en" sz="1400"/>
              <a:t>Achieve selectivity for each gpcr in combination therapy to minimize side effects and maximize therapeutic efficacy</a:t>
            </a:r>
            <a:endParaRPr sz="1400"/>
          </a:p>
          <a:p>
            <a:pPr indent="-317500" lvl="0" marL="457200" rtl="0" algn="l">
              <a:spcBef>
                <a:spcPts val="0"/>
              </a:spcBef>
              <a:spcAft>
                <a:spcPts val="0"/>
              </a:spcAft>
              <a:buClr>
                <a:schemeClr val="dk2"/>
              </a:buClr>
              <a:buSzPts val="1400"/>
              <a:buChar char="●"/>
            </a:pPr>
            <a:r>
              <a:rPr lang="en" sz="1400"/>
              <a:t>find right balance and identify desired optimal each gpcr agonist entity develop, drug screening tools to study optimal specificities for each gpcr</a:t>
            </a:r>
            <a:endParaRPr sz="1400"/>
          </a:p>
          <a:p>
            <a:pPr indent="-317500" lvl="0" marL="457200" rtl="0" algn="l">
              <a:spcBef>
                <a:spcPts val="0"/>
              </a:spcBef>
              <a:spcAft>
                <a:spcPts val="0"/>
              </a:spcAft>
              <a:buClr>
                <a:schemeClr val="dk2"/>
              </a:buClr>
              <a:buSzPts val="1400"/>
              <a:buChar char="●"/>
            </a:pPr>
            <a:r>
              <a:rPr lang="en" sz="1400"/>
              <a:t>pharmacokinetic profiles for all components of poly gpcr therapy</a:t>
            </a:r>
            <a:endParaRPr/>
          </a:p>
        </p:txBody>
      </p:sp>
      <p:sp>
        <p:nvSpPr>
          <p:cNvPr id="204" name="Google Shape;204;p41"/>
          <p:cNvSpPr txBox="1"/>
          <p:nvPr>
            <p:ph type="title"/>
          </p:nvPr>
        </p:nvSpPr>
        <p:spPr>
          <a:xfrm>
            <a:off x="427101" y="990600"/>
            <a:ext cx="7886700" cy="5370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a:t>Issues and Future research</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2"/>
          <p:cNvSpPr txBox="1"/>
          <p:nvPr>
            <p:ph type="title"/>
          </p:nvPr>
        </p:nvSpPr>
        <p:spPr>
          <a:xfrm>
            <a:off x="427101" y="990600"/>
            <a:ext cx="3201490" cy="537063"/>
          </a:xfrm>
          <a:prstGeom prst="rect">
            <a:avLst/>
          </a:prstGeom>
          <a:noFill/>
          <a:ln>
            <a:noFill/>
          </a:ln>
        </p:spPr>
        <p:txBody>
          <a:bodyPr anchorCtr="0" anchor="b" bIns="34275" lIns="68575" spcFirstLastPara="1" rIns="68575" wrap="square" tIns="34275">
            <a:noAutofit/>
          </a:bodyPr>
          <a:lstStyle/>
          <a:p>
            <a:pPr indent="0" lvl="0" marL="0" rtl="0" algn="l">
              <a:lnSpc>
                <a:spcPct val="80000"/>
              </a:lnSpc>
              <a:spcBef>
                <a:spcPts val="0"/>
              </a:spcBef>
              <a:spcAft>
                <a:spcPts val="0"/>
              </a:spcAft>
              <a:buClr>
                <a:srgbClr val="005BBB"/>
              </a:buClr>
              <a:buSzPts val="2700"/>
              <a:buFont typeface="Georgia"/>
              <a:buNone/>
            </a:pPr>
            <a:r>
              <a:rPr lang="en"/>
              <a:t>References</a:t>
            </a:r>
            <a:endParaRPr/>
          </a:p>
        </p:txBody>
      </p:sp>
      <p:sp>
        <p:nvSpPr>
          <p:cNvPr id="210" name="Google Shape;210;p42"/>
          <p:cNvSpPr txBox="1"/>
          <p:nvPr>
            <p:ph idx="1" type="body"/>
          </p:nvPr>
        </p:nvSpPr>
        <p:spPr>
          <a:xfrm>
            <a:off x="427101" y="1641950"/>
            <a:ext cx="7816800" cy="3139500"/>
          </a:xfrm>
          <a:prstGeom prst="rect">
            <a:avLst/>
          </a:prstGeom>
          <a:noFill/>
          <a:ln>
            <a:noFill/>
          </a:ln>
        </p:spPr>
        <p:txBody>
          <a:bodyPr anchorCtr="0" anchor="t" bIns="34275" lIns="68575" spcFirstLastPara="1" rIns="68575" wrap="square" tIns="34275">
            <a:noAutofit/>
          </a:bodyPr>
          <a:lstStyle/>
          <a:p>
            <a:pPr indent="-243840" lvl="0" marL="243840" rtl="0" algn="l">
              <a:spcBef>
                <a:spcPts val="0"/>
              </a:spcBef>
              <a:spcAft>
                <a:spcPts val="0"/>
              </a:spcAft>
              <a:buNone/>
            </a:pPr>
            <a:r>
              <a:rPr lang="en" sz="1100">
                <a:solidFill>
                  <a:srgbClr val="FFFFFF">
                    <a:alpha val="0"/>
                  </a:srgbClr>
                </a:solidFill>
                <a:uFill>
                  <a:noFill/>
                </a:uFill>
                <a:hlinkClick r:id="rId3">
                  <a:extLst>
                    <a:ext uri="{A12FA001-AC4F-418D-AE19-62706E023703}">
                      <ahyp:hlinkClr val="tx"/>
                    </a:ext>
                  </a:extLst>
                </a:hlinkClick>
              </a:rPr>
              <a:t>[</a:t>
            </a:r>
            <a:r>
              <a:rPr lang="en" sz="1100">
                <a:solidFill>
                  <a:srgbClr val="0D0D0D"/>
                </a:solidFill>
                <a:uFill>
                  <a:noFill/>
                </a:uFill>
                <a:hlinkClick r:id="rId4">
                  <a:extLst>
                    <a:ext uri="{A12FA001-AC4F-418D-AE19-62706E023703}">
                      <ahyp:hlinkClr val="tx"/>
                    </a:ext>
                  </a:extLst>
                </a:hlinkClick>
              </a:rPr>
              <a:t>1]	C. D. Graaf </a:t>
            </a:r>
            <a:r>
              <a:rPr i="1" lang="en" sz="1100">
                <a:solidFill>
                  <a:srgbClr val="0D0D0D"/>
                </a:solidFill>
                <a:uFill>
                  <a:noFill/>
                </a:uFill>
                <a:hlinkClick r:id="rId5">
                  <a:extLst>
                    <a:ext uri="{A12FA001-AC4F-418D-AE19-62706E023703}">
                      <ahyp:hlinkClr val="tx"/>
                    </a:ext>
                  </a:extLst>
                </a:hlinkClick>
              </a:rPr>
              <a:t>et al.</a:t>
            </a:r>
            <a:r>
              <a:rPr lang="en" sz="1100">
                <a:solidFill>
                  <a:srgbClr val="0D0D0D"/>
                </a:solidFill>
                <a:uFill>
                  <a:noFill/>
                </a:uFill>
                <a:hlinkClick r:id="rId6">
                  <a:extLst>
                    <a:ext uri="{A12FA001-AC4F-418D-AE19-62706E023703}">
                      <ahyp:hlinkClr val="tx"/>
                    </a:ext>
                  </a:extLst>
                </a:hlinkClick>
              </a:rPr>
              <a:t>, “Glucagon-Like Peptide-1 and Its Class B G Protein–Coupled Receptors: A Long March to Therapeutic Successes,” </a:t>
            </a:r>
            <a:r>
              <a:rPr i="1" lang="en" sz="1100">
                <a:solidFill>
                  <a:srgbClr val="0D0D0D"/>
                </a:solidFill>
                <a:uFill>
                  <a:noFill/>
                </a:uFill>
                <a:hlinkClick r:id="rId7">
                  <a:extLst>
                    <a:ext uri="{A12FA001-AC4F-418D-AE19-62706E023703}">
                      <ahyp:hlinkClr val="tx"/>
                    </a:ext>
                  </a:extLst>
                </a:hlinkClick>
              </a:rPr>
              <a:t>Pharmacol Rev</a:t>
            </a:r>
            <a:r>
              <a:rPr lang="en" sz="1100">
                <a:solidFill>
                  <a:srgbClr val="0D0D0D"/>
                </a:solidFill>
                <a:uFill>
                  <a:noFill/>
                </a:uFill>
                <a:hlinkClick r:id="rId8">
                  <a:extLst>
                    <a:ext uri="{A12FA001-AC4F-418D-AE19-62706E023703}">
                      <ahyp:hlinkClr val="tx"/>
                    </a:ext>
                  </a:extLst>
                </a:hlinkClick>
              </a:rPr>
              <a:t>, vol. 68, no. 4, pp. 954–1013, Oct. 2016, doi: 10.1124/pr.115.011395.</a:t>
            </a:r>
            <a:endParaRPr sz="1100">
              <a:solidFill>
                <a:srgbClr val="0D0D0D"/>
              </a:solidFill>
            </a:endParaRPr>
          </a:p>
          <a:p>
            <a:pPr indent="-243840" lvl="0" marL="243840" rtl="0" algn="l">
              <a:spcBef>
                <a:spcPts val="0"/>
              </a:spcBef>
              <a:spcAft>
                <a:spcPts val="0"/>
              </a:spcAft>
              <a:buNone/>
            </a:pPr>
            <a:r>
              <a:rPr lang="en" sz="1100">
                <a:solidFill>
                  <a:srgbClr val="0D0D0D"/>
                </a:solidFill>
                <a:uFill>
                  <a:noFill/>
                </a:uFill>
                <a:hlinkClick r:id="rId9">
                  <a:extLst>
                    <a:ext uri="{A12FA001-AC4F-418D-AE19-62706E023703}">
                      <ahyp:hlinkClr val="tx"/>
                    </a:ext>
                  </a:extLst>
                </a:hlinkClick>
              </a:rPr>
              <a:t>[2]	</a:t>
            </a:r>
            <a:r>
              <a:rPr i="1" lang="en" sz="1100">
                <a:solidFill>
                  <a:srgbClr val="0D0D0D"/>
                </a:solidFill>
                <a:uFill>
                  <a:noFill/>
                </a:uFill>
                <a:hlinkClick r:id="rId10">
                  <a:extLst>
                    <a:ext uri="{A12FA001-AC4F-418D-AE19-62706E023703}">
                      <ahyp:hlinkClr val="tx"/>
                    </a:ext>
                  </a:extLst>
                </a:hlinkClick>
              </a:rPr>
              <a:t>Role of GLP-1 Receptor Agonists for Weight Loss</a:t>
            </a:r>
            <a:r>
              <a:rPr lang="en" sz="1100">
                <a:solidFill>
                  <a:srgbClr val="0D0D0D"/>
                </a:solidFill>
                <a:uFill>
                  <a:noFill/>
                </a:uFill>
                <a:hlinkClick r:id="rId11">
                  <a:extLst>
                    <a:ext uri="{A12FA001-AC4F-418D-AE19-62706E023703}">
                      <ahyp:hlinkClr val="tx"/>
                    </a:ext>
                  </a:extLst>
                </a:hlinkClick>
              </a:rPr>
              <a:t>, (May 05, 2022). Accessed: May 08, 2024. [Online Video]. Available: https://www.youtube.com/watch?v=P6gt4A_3Whs</a:t>
            </a:r>
            <a:endParaRPr sz="1100">
              <a:solidFill>
                <a:srgbClr val="0D0D0D"/>
              </a:solidFill>
            </a:endParaRPr>
          </a:p>
          <a:p>
            <a:pPr indent="-243840" lvl="0" marL="243840" rtl="0" algn="l">
              <a:spcBef>
                <a:spcPts val="0"/>
              </a:spcBef>
              <a:spcAft>
                <a:spcPts val="0"/>
              </a:spcAft>
              <a:buNone/>
            </a:pPr>
            <a:r>
              <a:rPr lang="en" sz="1100">
                <a:solidFill>
                  <a:srgbClr val="0D0D0D"/>
                </a:solidFill>
                <a:uFill>
                  <a:noFill/>
                </a:uFill>
                <a:hlinkClick r:id="rId12">
                  <a:extLst>
                    <a:ext uri="{A12FA001-AC4F-418D-AE19-62706E023703}">
                      <ahyp:hlinkClr val="tx"/>
                    </a:ext>
                  </a:extLst>
                </a:hlinkClick>
              </a:rPr>
              <a:t>[3]	“Anti-obesity drugs are closing the gap between dieting and bariatric surgery | Diet and Nutrition | Prevention | UT Southwestern Medical Center.” Accessed: May 08, 2024. [Online]. Available: http://utswmed.org/medblog/obesity-medication-weight-program/</a:t>
            </a:r>
            <a:endParaRPr sz="1100">
              <a:solidFill>
                <a:srgbClr val="0D0D0D"/>
              </a:solidFill>
            </a:endParaRPr>
          </a:p>
          <a:p>
            <a:pPr indent="-243840" lvl="0" marL="243840" rtl="0" algn="l">
              <a:spcBef>
                <a:spcPts val="0"/>
              </a:spcBef>
              <a:spcAft>
                <a:spcPts val="0"/>
              </a:spcAft>
              <a:buNone/>
            </a:pPr>
            <a:r>
              <a:rPr lang="en" sz="1100">
                <a:solidFill>
                  <a:srgbClr val="0D0D0D"/>
                </a:solidFill>
                <a:uFill>
                  <a:noFill/>
                </a:uFill>
                <a:hlinkClick r:id="rId13">
                  <a:extLst>
                    <a:ext uri="{A12FA001-AC4F-418D-AE19-62706E023703}">
                      <ahyp:hlinkClr val="tx"/>
                    </a:ext>
                  </a:extLst>
                </a:hlinkClick>
              </a:rPr>
              <a:t>[4]	N. K. Smith, T. A. Hackett, A. Galli, and C. R. Flynn, “GLP-1: Molecular mechanisms and outcomes of a complex signaling system,” </a:t>
            </a:r>
            <a:r>
              <a:rPr i="1" lang="en" sz="1100">
                <a:solidFill>
                  <a:srgbClr val="0D0D0D"/>
                </a:solidFill>
                <a:uFill>
                  <a:noFill/>
                </a:uFill>
                <a:hlinkClick r:id="rId14">
                  <a:extLst>
                    <a:ext uri="{A12FA001-AC4F-418D-AE19-62706E023703}">
                      <ahyp:hlinkClr val="tx"/>
                    </a:ext>
                  </a:extLst>
                </a:hlinkClick>
              </a:rPr>
              <a:t>Neurochemistry International</a:t>
            </a:r>
            <a:r>
              <a:rPr lang="en" sz="1100">
                <a:solidFill>
                  <a:srgbClr val="0D0D0D"/>
                </a:solidFill>
                <a:uFill>
                  <a:noFill/>
                </a:uFill>
                <a:hlinkClick r:id="rId15">
                  <a:extLst>
                    <a:ext uri="{A12FA001-AC4F-418D-AE19-62706E023703}">
                      <ahyp:hlinkClr val="tx"/>
                    </a:ext>
                  </a:extLst>
                </a:hlinkClick>
              </a:rPr>
              <a:t>, vol. 128, pp. 94–105, Sep. 2019, doi: 10.1016/j.neuint.2019.04.010.</a:t>
            </a:r>
            <a:endParaRPr sz="1100">
              <a:solidFill>
                <a:srgbClr val="0D0D0D"/>
              </a:solidFill>
            </a:endParaRPr>
          </a:p>
          <a:p>
            <a:pPr indent="-243840" lvl="0" marL="243840" rtl="0" algn="l">
              <a:spcBef>
                <a:spcPts val="0"/>
              </a:spcBef>
              <a:spcAft>
                <a:spcPts val="0"/>
              </a:spcAft>
              <a:buNone/>
            </a:pPr>
            <a:r>
              <a:rPr lang="en" sz="1100">
                <a:solidFill>
                  <a:srgbClr val="0D0D0D"/>
                </a:solidFill>
                <a:uFill>
                  <a:noFill/>
                </a:uFill>
                <a:hlinkClick r:id="rId16">
                  <a:extLst>
                    <a:ext uri="{A12FA001-AC4F-418D-AE19-62706E023703}">
                      <ahyp:hlinkClr val="tx"/>
                    </a:ext>
                  </a:extLst>
                </a:hlinkClick>
              </a:rPr>
              <a:t>[5]	A. Pocai, “G protein-coupled receptors and obesity,” </a:t>
            </a:r>
            <a:r>
              <a:rPr i="1" lang="en" sz="1100">
                <a:solidFill>
                  <a:srgbClr val="0D0D0D"/>
                </a:solidFill>
                <a:uFill>
                  <a:noFill/>
                </a:uFill>
                <a:hlinkClick r:id="rId17">
                  <a:extLst>
                    <a:ext uri="{A12FA001-AC4F-418D-AE19-62706E023703}">
                      <ahyp:hlinkClr val="tx"/>
                    </a:ext>
                  </a:extLst>
                </a:hlinkClick>
              </a:rPr>
              <a:t>Front. Endocrinol.</a:t>
            </a:r>
            <a:r>
              <a:rPr lang="en" sz="1100">
                <a:solidFill>
                  <a:srgbClr val="0D0D0D"/>
                </a:solidFill>
                <a:uFill>
                  <a:noFill/>
                </a:uFill>
                <a:hlinkClick r:id="rId18">
                  <a:extLst>
                    <a:ext uri="{A12FA001-AC4F-418D-AE19-62706E023703}">
                      <ahyp:hlinkClr val="tx"/>
                    </a:ext>
                  </a:extLst>
                </a:hlinkClick>
              </a:rPr>
              <a:t>, vol. 14, p. 1301017, Dec. 2023, doi: 10.3389/fendo.2023.1301017.</a:t>
            </a:r>
            <a:endParaRPr sz="1200">
              <a:solidFill>
                <a:srgbClr val="0D0D0D"/>
              </a:solidFill>
              <a:latin typeface="Times New Roman"/>
              <a:ea typeface="Times New Roman"/>
              <a:cs typeface="Times New Roman"/>
              <a:sym typeface="Times New Roman"/>
            </a:endParaRPr>
          </a:p>
        </p:txBody>
      </p:sp>
      <p:sp>
        <p:nvSpPr>
          <p:cNvPr id="211" name="Google Shape;211;p42"/>
          <p:cNvSpPr/>
          <p:nvPr/>
        </p:nvSpPr>
        <p:spPr>
          <a:xfrm>
            <a:off x="2121786" y="3827341"/>
            <a:ext cx="129543" cy="597800"/>
          </a:xfrm>
          <a:custGeom>
            <a:rect b="b" l="l" r="r" t="t"/>
            <a:pathLst>
              <a:path extrusionOk="0" h="1641711" w="387439">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lt1"/>
          </a:solidFill>
          <a:ln cap="flat" cmpd="sng" w="127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2" name="Google Shape;212;p42"/>
          <p:cNvSpPr/>
          <p:nvPr/>
        </p:nvSpPr>
        <p:spPr>
          <a:xfrm rot="10800000">
            <a:off x="3328864" y="3840331"/>
            <a:ext cx="129543" cy="597800"/>
          </a:xfrm>
          <a:custGeom>
            <a:rect b="b" l="l" r="r" t="t"/>
            <a:pathLst>
              <a:path extrusionOk="0" h="1641711" w="387439">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lt1"/>
          </a:solidFill>
          <a:ln cap="flat" cmpd="sng" w="127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3"/>
          <p:cNvSpPr txBox="1"/>
          <p:nvPr>
            <p:ph type="ctrTitle"/>
          </p:nvPr>
        </p:nvSpPr>
        <p:spPr>
          <a:xfrm>
            <a:off x="493776" y="1117997"/>
            <a:ext cx="4978800" cy="1790700"/>
          </a:xfrm>
          <a:prstGeom prst="rect">
            <a:avLst/>
          </a:prstGeom>
          <a:noFill/>
          <a:ln>
            <a:noFill/>
          </a:ln>
        </p:spPr>
        <p:txBody>
          <a:bodyPr anchorCtr="0" anchor="b" bIns="34275" lIns="0" spcFirstLastPara="1" rIns="68575" wrap="square" tIns="34275">
            <a:noAutofit/>
          </a:bodyPr>
          <a:lstStyle/>
          <a:p>
            <a:pPr indent="0" lvl="0" marL="0" rtl="0" algn="l">
              <a:lnSpc>
                <a:spcPct val="96666"/>
              </a:lnSpc>
              <a:spcBef>
                <a:spcPts val="0"/>
              </a:spcBef>
              <a:spcAft>
                <a:spcPts val="0"/>
              </a:spcAft>
              <a:buClr>
                <a:schemeClr val="lt1"/>
              </a:buClr>
              <a:buSzPts val="4500"/>
              <a:buFont typeface="Arial"/>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UB Powerpoint Template">
  <a:themeElements>
    <a:clrScheme name="UB Color Palette">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